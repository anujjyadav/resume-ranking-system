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16" r:id="rId1"/>
    <p:sldMasterId id="2147483828" r:id="rId2"/>
    <p:sldMasterId id="2147483840" r:id="rId3"/>
    <p:sldMasterId id="2147483852" r:id="rId4"/>
    <p:sldMasterId id="2147483864" r:id="rId5"/>
    <p:sldMasterId id="2147483876" r:id="rId6"/>
    <p:sldMasterId id="2147483888" r:id="rId7"/>
    <p:sldMasterId id="2147483900" r:id="rId8"/>
    <p:sldMasterId id="2147483912" r:id="rId9"/>
    <p:sldMasterId id="2147483924" r:id="rId10"/>
    <p:sldMasterId id="2147483936" r:id="rId11"/>
    <p:sldMasterId id="2147483948" r:id="rId12"/>
    <p:sldMasterId id="2147483960" r:id="rId13"/>
    <p:sldMasterId id="2147483972" r:id="rId14"/>
    <p:sldMasterId id="2147484198" r:id="rId15"/>
  </p:sldMasterIdLst>
  <p:notesMasterIdLst>
    <p:notesMasterId r:id="rId28"/>
  </p:notesMasterIdLst>
  <p:handoutMasterIdLst>
    <p:handoutMasterId r:id="rId29"/>
  </p:handoutMasterIdLst>
  <p:sldIdLst>
    <p:sldId id="384" r:id="rId16"/>
    <p:sldId id="385" r:id="rId17"/>
    <p:sldId id="386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95" r:id="rId27"/>
  </p:sldIdLst>
  <p:sldSz cx="13004800" cy="97536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1pPr>
    <a:lvl2pPr marL="4572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2pPr>
    <a:lvl3pPr marL="9144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AEB6"/>
    <a:srgbClr val="B51753"/>
    <a:srgbClr val="43A0A7"/>
    <a:srgbClr val="3B8B91"/>
    <a:srgbClr val="357D83"/>
    <a:srgbClr val="3399FF"/>
    <a:srgbClr val="0000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8CE455-D96D-48D6-A45E-648DB72BBB5B}" v="9" dt="2026-04-22T20:01:50.2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1" autoAdjust="0"/>
    <p:restoredTop sz="94444" autoAdjust="0"/>
  </p:normalViewPr>
  <p:slideViewPr>
    <p:cSldViewPr>
      <p:cViewPr varScale="1">
        <p:scale>
          <a:sx n="59" d="100"/>
          <a:sy n="59" d="100"/>
        </p:scale>
        <p:origin x="398" y="77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Master" Target="slideMasters/slideMaster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j Yadav" userId="220797125c7c045c" providerId="LiveId" clId="{4B6542C3-BA4D-4E7F-82ED-B9A303455154}"/>
    <pc:docChg chg="undo custSel addSld delSld modSld">
      <pc:chgData name="Anuj Yadav" userId="220797125c7c045c" providerId="LiveId" clId="{4B6542C3-BA4D-4E7F-82ED-B9A303455154}" dt="2026-04-22T20:13:02.806" v="662" actId="20577"/>
      <pc:docMkLst>
        <pc:docMk/>
      </pc:docMkLst>
      <pc:sldChg chg="delSp modSp mod">
        <pc:chgData name="Anuj Yadav" userId="220797125c7c045c" providerId="LiveId" clId="{4B6542C3-BA4D-4E7F-82ED-B9A303455154}" dt="2026-04-22T20:13:02.806" v="662" actId="20577"/>
        <pc:sldMkLst>
          <pc:docMk/>
          <pc:sldMk cId="0" sldId="384"/>
        </pc:sldMkLst>
        <pc:spChg chg="del mod">
          <ac:chgData name="Anuj Yadav" userId="220797125c7c045c" providerId="LiveId" clId="{4B6542C3-BA4D-4E7F-82ED-B9A303455154}" dt="2026-04-22T20:10:17.862" v="420" actId="21"/>
          <ac:spMkLst>
            <pc:docMk/>
            <pc:sldMk cId="0" sldId="384"/>
            <ac:spMk id="26629" creationId="{00000000-0000-0000-0000-000000000000}"/>
          </ac:spMkLst>
        </pc:spChg>
        <pc:spChg chg="mod">
          <ac:chgData name="Anuj Yadav" userId="220797125c7c045c" providerId="LiveId" clId="{4B6542C3-BA4D-4E7F-82ED-B9A303455154}" dt="2026-04-22T20:11:20.192" v="509" actId="1076"/>
          <ac:spMkLst>
            <pc:docMk/>
            <pc:sldMk cId="0" sldId="384"/>
            <ac:spMk id="26630" creationId="{00000000-0000-0000-0000-000000000000}"/>
          </ac:spMkLst>
        </pc:spChg>
        <pc:spChg chg="mod">
          <ac:chgData name="Anuj Yadav" userId="220797125c7c045c" providerId="LiveId" clId="{4B6542C3-BA4D-4E7F-82ED-B9A303455154}" dt="2026-04-22T20:12:07.293" v="573" actId="20577"/>
          <ac:spMkLst>
            <pc:docMk/>
            <pc:sldMk cId="0" sldId="384"/>
            <ac:spMk id="26631" creationId="{00000000-0000-0000-0000-000000000000}"/>
          </ac:spMkLst>
        </pc:spChg>
        <pc:spChg chg="mod">
          <ac:chgData name="Anuj Yadav" userId="220797125c7c045c" providerId="LiveId" clId="{4B6542C3-BA4D-4E7F-82ED-B9A303455154}" dt="2026-04-22T20:13:02.806" v="662" actId="20577"/>
          <ac:spMkLst>
            <pc:docMk/>
            <pc:sldMk cId="0" sldId="384"/>
            <ac:spMk id="26632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6:02.567" v="350" actId="20577"/>
        <pc:sldMkLst>
          <pc:docMk/>
          <pc:sldMk cId="0" sldId="385"/>
        </pc:sldMkLst>
        <pc:spChg chg="mod">
          <ac:chgData name="Anuj Yadav" userId="220797125c7c045c" providerId="LiveId" clId="{4B6542C3-BA4D-4E7F-82ED-B9A303455154}" dt="2026-04-22T20:06:02.567" v="350" actId="20577"/>
          <ac:spMkLst>
            <pc:docMk/>
            <pc:sldMk cId="0" sldId="385"/>
            <ac:spMk id="27651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6:39.594" v="359" actId="20577"/>
        <pc:sldMkLst>
          <pc:docMk/>
          <pc:sldMk cId="0" sldId="386"/>
        </pc:sldMkLst>
        <pc:spChg chg="mod">
          <ac:chgData name="Anuj Yadav" userId="220797125c7c045c" providerId="LiveId" clId="{4B6542C3-BA4D-4E7F-82ED-B9A303455154}" dt="2026-04-22T20:06:39.594" v="359" actId="20577"/>
          <ac:spMkLst>
            <pc:docMk/>
            <pc:sldMk cId="0" sldId="386"/>
            <ac:spMk id="28675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6:55.817" v="363" actId="20577"/>
        <pc:sldMkLst>
          <pc:docMk/>
          <pc:sldMk cId="0" sldId="387"/>
        </pc:sldMkLst>
        <pc:spChg chg="mod">
          <ac:chgData name="Anuj Yadav" userId="220797125c7c045c" providerId="LiveId" clId="{4B6542C3-BA4D-4E7F-82ED-B9A303455154}" dt="2026-04-22T19:56:42.706" v="38" actId="20577"/>
          <ac:spMkLst>
            <pc:docMk/>
            <pc:sldMk cId="0" sldId="387"/>
            <ac:spMk id="2" creationId="{00000000-0000-0000-0000-000000000000}"/>
          </ac:spMkLst>
        </pc:spChg>
        <pc:spChg chg="mod">
          <ac:chgData name="Anuj Yadav" userId="220797125c7c045c" providerId="LiveId" clId="{4B6542C3-BA4D-4E7F-82ED-B9A303455154}" dt="2026-04-22T20:06:55.817" v="363" actId="20577"/>
          <ac:spMkLst>
            <pc:docMk/>
            <pc:sldMk cId="0" sldId="387"/>
            <ac:spMk id="29699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7:09.607" v="368" actId="20577"/>
        <pc:sldMkLst>
          <pc:docMk/>
          <pc:sldMk cId="0" sldId="388"/>
        </pc:sldMkLst>
        <pc:spChg chg="mod">
          <ac:chgData name="Anuj Yadav" userId="220797125c7c045c" providerId="LiveId" clId="{4B6542C3-BA4D-4E7F-82ED-B9A303455154}" dt="2026-04-22T19:56:32.394" v="23" actId="20577"/>
          <ac:spMkLst>
            <pc:docMk/>
            <pc:sldMk cId="0" sldId="388"/>
            <ac:spMk id="2" creationId="{00000000-0000-0000-0000-000000000000}"/>
          </ac:spMkLst>
        </pc:spChg>
        <pc:spChg chg="mod">
          <ac:chgData name="Anuj Yadav" userId="220797125c7c045c" providerId="LiveId" clId="{4B6542C3-BA4D-4E7F-82ED-B9A303455154}" dt="2026-04-22T20:07:09.607" v="368" actId="20577"/>
          <ac:spMkLst>
            <pc:docMk/>
            <pc:sldMk cId="0" sldId="388"/>
            <ac:spMk id="30723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7:59.128" v="392" actId="20577"/>
        <pc:sldMkLst>
          <pc:docMk/>
          <pc:sldMk cId="0" sldId="389"/>
        </pc:sldMkLst>
        <pc:spChg chg="mod">
          <ac:chgData name="Anuj Yadav" userId="220797125c7c045c" providerId="LiveId" clId="{4B6542C3-BA4D-4E7F-82ED-B9A303455154}" dt="2026-04-22T19:58:00.483" v="59" actId="20577"/>
          <ac:spMkLst>
            <pc:docMk/>
            <pc:sldMk cId="0" sldId="389"/>
            <ac:spMk id="2" creationId="{00000000-0000-0000-0000-000000000000}"/>
          </ac:spMkLst>
        </pc:spChg>
        <pc:spChg chg="mod">
          <ac:chgData name="Anuj Yadav" userId="220797125c7c045c" providerId="LiveId" clId="{4B6542C3-BA4D-4E7F-82ED-B9A303455154}" dt="2026-04-22T20:07:59.128" v="392" actId="20577"/>
          <ac:spMkLst>
            <pc:docMk/>
            <pc:sldMk cId="0" sldId="389"/>
            <ac:spMk id="31747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8:14.632" v="397" actId="20577"/>
        <pc:sldMkLst>
          <pc:docMk/>
          <pc:sldMk cId="0" sldId="390"/>
        </pc:sldMkLst>
        <pc:spChg chg="mod">
          <ac:chgData name="Anuj Yadav" userId="220797125c7c045c" providerId="LiveId" clId="{4B6542C3-BA4D-4E7F-82ED-B9A303455154}" dt="2026-04-22T19:58:58.321" v="110" actId="20577"/>
          <ac:spMkLst>
            <pc:docMk/>
            <pc:sldMk cId="0" sldId="390"/>
            <ac:spMk id="2" creationId="{00000000-0000-0000-0000-000000000000}"/>
          </ac:spMkLst>
        </pc:spChg>
        <pc:spChg chg="mod">
          <ac:chgData name="Anuj Yadav" userId="220797125c7c045c" providerId="LiveId" clId="{4B6542C3-BA4D-4E7F-82ED-B9A303455154}" dt="2026-04-22T20:08:14.632" v="397" actId="20577"/>
          <ac:spMkLst>
            <pc:docMk/>
            <pc:sldMk cId="0" sldId="390"/>
            <ac:spMk id="32771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8:30.328" v="403" actId="20577"/>
        <pc:sldMkLst>
          <pc:docMk/>
          <pc:sldMk cId="0" sldId="391"/>
        </pc:sldMkLst>
        <pc:spChg chg="mod">
          <ac:chgData name="Anuj Yadav" userId="220797125c7c045c" providerId="LiveId" clId="{4B6542C3-BA4D-4E7F-82ED-B9A303455154}" dt="2026-04-22T19:59:52.804" v="150" actId="20577"/>
          <ac:spMkLst>
            <pc:docMk/>
            <pc:sldMk cId="0" sldId="391"/>
            <ac:spMk id="2" creationId="{00000000-0000-0000-0000-000000000000}"/>
          </ac:spMkLst>
        </pc:spChg>
        <pc:spChg chg="mod">
          <ac:chgData name="Anuj Yadav" userId="220797125c7c045c" providerId="LiveId" clId="{4B6542C3-BA4D-4E7F-82ED-B9A303455154}" dt="2026-04-22T20:08:30.328" v="403" actId="20577"/>
          <ac:spMkLst>
            <pc:docMk/>
            <pc:sldMk cId="0" sldId="391"/>
            <ac:spMk id="33795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8:46.467" v="410" actId="5793"/>
        <pc:sldMkLst>
          <pc:docMk/>
          <pc:sldMk cId="0" sldId="392"/>
        </pc:sldMkLst>
        <pc:spChg chg="mod">
          <ac:chgData name="Anuj Yadav" userId="220797125c7c045c" providerId="LiveId" clId="{4B6542C3-BA4D-4E7F-82ED-B9A303455154}" dt="2026-04-22T20:00:45.272" v="178" actId="20577"/>
          <ac:spMkLst>
            <pc:docMk/>
            <pc:sldMk cId="0" sldId="392"/>
            <ac:spMk id="2" creationId="{00000000-0000-0000-0000-000000000000}"/>
          </ac:spMkLst>
        </pc:spChg>
        <pc:spChg chg="mod">
          <ac:chgData name="Anuj Yadav" userId="220797125c7c045c" providerId="LiveId" clId="{4B6542C3-BA4D-4E7F-82ED-B9A303455154}" dt="2026-04-22T20:08:46.467" v="410" actId="5793"/>
          <ac:spMkLst>
            <pc:docMk/>
            <pc:sldMk cId="0" sldId="392"/>
            <ac:spMk id="34819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8:59.261" v="414" actId="20577"/>
        <pc:sldMkLst>
          <pc:docMk/>
          <pc:sldMk cId="0" sldId="393"/>
        </pc:sldMkLst>
        <pc:spChg chg="mod">
          <ac:chgData name="Anuj Yadav" userId="220797125c7c045c" providerId="LiveId" clId="{4B6542C3-BA4D-4E7F-82ED-B9A303455154}" dt="2026-04-22T20:08:59.261" v="414" actId="20577"/>
          <ac:spMkLst>
            <pc:docMk/>
            <pc:sldMk cId="0" sldId="393"/>
            <ac:spMk id="35843" creationId="{00000000-0000-0000-0000-000000000000}"/>
          </ac:spMkLst>
        </pc:spChg>
      </pc:sldChg>
      <pc:sldChg chg="modSp mod">
        <pc:chgData name="Anuj Yadav" userId="220797125c7c045c" providerId="LiveId" clId="{4B6542C3-BA4D-4E7F-82ED-B9A303455154}" dt="2026-04-22T20:09:08.745" v="418" actId="20577"/>
        <pc:sldMkLst>
          <pc:docMk/>
          <pc:sldMk cId="0" sldId="394"/>
        </pc:sldMkLst>
        <pc:spChg chg="mod">
          <ac:chgData name="Anuj Yadav" userId="220797125c7c045c" providerId="LiveId" clId="{4B6542C3-BA4D-4E7F-82ED-B9A303455154}" dt="2026-04-22T20:09:08.745" v="418" actId="20577"/>
          <ac:spMkLst>
            <pc:docMk/>
            <pc:sldMk cId="0" sldId="394"/>
            <ac:spMk id="36867" creationId="{00000000-0000-0000-0000-000000000000}"/>
          </ac:spMkLst>
        </pc:spChg>
      </pc:sldChg>
      <pc:sldChg chg="del">
        <pc:chgData name="Anuj Yadav" userId="220797125c7c045c" providerId="LiveId" clId="{4B6542C3-BA4D-4E7F-82ED-B9A303455154}" dt="2026-04-22T20:02:04.378" v="182" actId="2696"/>
        <pc:sldMkLst>
          <pc:docMk/>
          <pc:sldMk cId="0" sldId="395"/>
        </pc:sldMkLst>
      </pc:sldChg>
      <pc:sldChg chg="addSp delSp modSp new mod modClrScheme chgLayout">
        <pc:chgData name="Anuj Yadav" userId="220797125c7c045c" providerId="LiveId" clId="{4B6542C3-BA4D-4E7F-82ED-B9A303455154}" dt="2026-04-22T20:03:18.365" v="196" actId="700"/>
        <pc:sldMkLst>
          <pc:docMk/>
          <pc:sldMk cId="2282273086" sldId="395"/>
        </pc:sldMkLst>
        <pc:spChg chg="del mod ord">
          <ac:chgData name="Anuj Yadav" userId="220797125c7c045c" providerId="LiveId" clId="{4B6542C3-BA4D-4E7F-82ED-B9A303455154}" dt="2026-04-22T20:02:57.189" v="193" actId="700"/>
          <ac:spMkLst>
            <pc:docMk/>
            <pc:sldMk cId="2282273086" sldId="395"/>
            <ac:spMk id="2" creationId="{CDAD0453-DE67-049B-D747-FE81FC470DFD}"/>
          </ac:spMkLst>
        </pc:spChg>
        <pc:spChg chg="del mod">
          <ac:chgData name="Anuj Yadav" userId="220797125c7c045c" providerId="LiveId" clId="{4B6542C3-BA4D-4E7F-82ED-B9A303455154}" dt="2026-04-22T20:02:57.189" v="193" actId="700"/>
          <ac:spMkLst>
            <pc:docMk/>
            <pc:sldMk cId="2282273086" sldId="395"/>
            <ac:spMk id="3" creationId="{77F8B507-09B2-F733-9A1E-ED9047E20880}"/>
          </ac:spMkLst>
        </pc:spChg>
        <pc:spChg chg="mod ord">
          <ac:chgData name="Anuj Yadav" userId="220797125c7c045c" providerId="LiveId" clId="{4B6542C3-BA4D-4E7F-82ED-B9A303455154}" dt="2026-04-22T20:03:18.365" v="196" actId="700"/>
          <ac:spMkLst>
            <pc:docMk/>
            <pc:sldMk cId="2282273086" sldId="395"/>
            <ac:spMk id="4" creationId="{DA5AE682-9CDC-FF55-9C07-1A49B8BA56CF}"/>
          </ac:spMkLst>
        </pc:spChg>
        <pc:spChg chg="mod ord">
          <ac:chgData name="Anuj Yadav" userId="220797125c7c045c" providerId="LiveId" clId="{4B6542C3-BA4D-4E7F-82ED-B9A303455154}" dt="2026-04-22T20:03:18.365" v="196" actId="700"/>
          <ac:spMkLst>
            <pc:docMk/>
            <pc:sldMk cId="2282273086" sldId="395"/>
            <ac:spMk id="5" creationId="{CD431F41-299E-AA3A-4FEB-3DE17E5F3AE9}"/>
          </ac:spMkLst>
        </pc:spChg>
        <pc:spChg chg="mod ord">
          <ac:chgData name="Anuj Yadav" userId="220797125c7c045c" providerId="LiveId" clId="{4B6542C3-BA4D-4E7F-82ED-B9A303455154}" dt="2026-04-22T20:03:18.365" v="196" actId="700"/>
          <ac:spMkLst>
            <pc:docMk/>
            <pc:sldMk cId="2282273086" sldId="395"/>
            <ac:spMk id="6" creationId="{3BE52D71-6789-E100-C016-DBEE5EAC9F84}"/>
          </ac:spMkLst>
        </pc:spChg>
        <pc:spChg chg="add del mod ord">
          <ac:chgData name="Anuj Yadav" userId="220797125c7c045c" providerId="LiveId" clId="{4B6542C3-BA4D-4E7F-82ED-B9A303455154}" dt="2026-04-22T20:03:18.365" v="196" actId="700"/>
          <ac:spMkLst>
            <pc:docMk/>
            <pc:sldMk cId="2282273086" sldId="395"/>
            <ac:spMk id="7" creationId="{9FF8E518-53FF-1A9B-D322-6580D13A2D1F}"/>
          </ac:spMkLst>
        </pc:spChg>
      </pc:sldChg>
      <pc:sldChg chg="del">
        <pc:chgData name="Anuj Yadav" userId="220797125c7c045c" providerId="LiveId" clId="{4B6542C3-BA4D-4E7F-82ED-B9A303455154}" dt="2026-04-22T20:02:08.190" v="183" actId="2696"/>
        <pc:sldMkLst>
          <pc:docMk/>
          <pc:sldMk cId="0" sldId="39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8125F27-7924-4326-A585-67C5CA7233D1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C7A100DB-4E74-4FB2-8ABD-7092DA3AF2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718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fld id="{A5EF5327-60B6-4513-A97C-1D151EB3EB98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1D0F6E7-57E6-4F82-B6DB-0B78967D4F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735173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1638300"/>
            <a:ext cx="2616200" cy="452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1638300"/>
            <a:ext cx="7696200" cy="452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321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321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0930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093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54000"/>
            <a:ext cx="2925762" cy="845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54000"/>
            <a:ext cx="8624888" cy="845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43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98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310483" y="2010741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646238" y="1912938"/>
            <a:ext cx="90487" cy="904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2037419" y="511855"/>
            <a:ext cx="10533888" cy="2093773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2037419" y="2631202"/>
            <a:ext cx="10533888" cy="2492587"/>
          </a:xfrm>
        </p:spPr>
        <p:txBody>
          <a:bodyPr tIns="0"/>
          <a:lstStyle>
            <a:lvl1pPr marL="39014" indent="0" algn="l">
              <a:buNone/>
              <a:defRPr sz="37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650230" indent="0" algn="ctr">
              <a:buNone/>
            </a:lvl2pPr>
            <a:lvl3pPr marL="1300460" indent="0" algn="ctr">
              <a:buNone/>
            </a:lvl3pPr>
            <a:lvl4pPr marL="1950690" indent="0" algn="ctr">
              <a:buNone/>
            </a:lvl4pPr>
            <a:lvl5pPr marL="2600919" indent="0" algn="ctr">
              <a:buNone/>
            </a:lvl5pPr>
            <a:lvl6pPr marL="3251149" indent="0" algn="ctr">
              <a:buNone/>
            </a:lvl6pPr>
            <a:lvl7pPr marL="3901379" indent="0" algn="ctr">
              <a:buNone/>
            </a:lvl7pPr>
            <a:lvl8pPr marL="4551609" indent="0" algn="ctr">
              <a:buNone/>
            </a:lvl8pPr>
            <a:lvl9pPr marL="5201839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B3BDEB5-21BE-4196-AA11-9092C303413C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C764944-C5B7-48D6-B1ED-F475B7EAAC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64042A7-7EE0-4F71-BA51-7A1EB736E935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E2A515E-3E39-4365-9B98-DF96612078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46438" y="0"/>
            <a:ext cx="975360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3251200" y="0"/>
            <a:ext cx="10795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89523" y="4003067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424238" y="3905250"/>
            <a:ext cx="92075" cy="9048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046" y="3698240"/>
            <a:ext cx="9103360" cy="3251200"/>
          </a:xfrm>
        </p:spPr>
        <p:txBody>
          <a:bodyPr anchor="t"/>
          <a:lstStyle>
            <a:lvl1pPr algn="l">
              <a:lnSpc>
                <a:spcPts val="6400"/>
              </a:lnSpc>
              <a:buNone/>
              <a:defRPr sz="5700" b="1" cap="all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7046" y="1517227"/>
            <a:ext cx="9103360" cy="2147146"/>
          </a:xfrm>
        </p:spPr>
        <p:txBody>
          <a:bodyPr anchor="b"/>
          <a:lstStyle>
            <a:lvl1pPr marL="26009" indent="0">
              <a:lnSpc>
                <a:spcPts val="3271"/>
              </a:lnSpc>
              <a:spcBef>
                <a:spcPts val="0"/>
              </a:spcBef>
              <a:buNone/>
              <a:defRPr sz="28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747BE73-9272-4E7D-BD0B-5B5123F9D54D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9B05125-ACAC-42EB-9BF3-18B31522FE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41754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03770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7B8BA07-7811-470C-A03E-FF3137DA5A6E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D6FD9E8-0C80-4830-885A-F2D3695FD3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7339145"/>
            <a:ext cx="11704320" cy="1625600"/>
          </a:xfrm>
        </p:spPr>
        <p:txBody>
          <a:bodyPr/>
          <a:lstStyle>
            <a:lvl1pPr algn="ctr">
              <a:defRPr sz="6400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1032" indent="0" algn="l">
              <a:lnSpc>
                <a:spcPct val="100000"/>
              </a:lnSpc>
              <a:spcBef>
                <a:spcPts val="142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32448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1032" indent="0" algn="l">
              <a:lnSpc>
                <a:spcPct val="100000"/>
              </a:lnSpc>
              <a:spcBef>
                <a:spcPts val="142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50240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198" indent="-390138">
              <a:lnSpc>
                <a:spcPct val="100000"/>
              </a:lnSpc>
              <a:spcBef>
                <a:spcPts val="996"/>
              </a:spcBef>
              <a:defRPr sz="3400"/>
            </a:lvl1pPr>
            <a:lvl2pPr>
              <a:lnSpc>
                <a:spcPct val="100000"/>
              </a:lnSpc>
              <a:spcBef>
                <a:spcPts val="996"/>
              </a:spcBef>
              <a:defRPr sz="2800"/>
            </a:lvl2pPr>
            <a:lvl3pPr>
              <a:lnSpc>
                <a:spcPct val="100000"/>
              </a:lnSpc>
              <a:spcBef>
                <a:spcPts val="996"/>
              </a:spcBef>
              <a:defRPr sz="2600"/>
            </a:lvl3pPr>
            <a:lvl4pPr>
              <a:lnSpc>
                <a:spcPct val="100000"/>
              </a:lnSpc>
              <a:spcBef>
                <a:spcPts val="996"/>
              </a:spcBef>
              <a:defRPr sz="2300"/>
            </a:lvl4pPr>
            <a:lvl5pPr>
              <a:lnSpc>
                <a:spcPct val="100000"/>
              </a:lnSpc>
              <a:spcBef>
                <a:spcPts val="996"/>
              </a:spcBef>
              <a:defRPr sz="2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2448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198" indent="-390138">
              <a:lnSpc>
                <a:spcPct val="100000"/>
              </a:lnSpc>
              <a:spcBef>
                <a:spcPts val="996"/>
              </a:spcBef>
              <a:defRPr sz="3400"/>
            </a:lvl1pPr>
            <a:lvl2pPr>
              <a:lnSpc>
                <a:spcPct val="100000"/>
              </a:lnSpc>
              <a:spcBef>
                <a:spcPts val="996"/>
              </a:spcBef>
              <a:defRPr sz="2800"/>
            </a:lvl2pPr>
            <a:lvl3pPr>
              <a:lnSpc>
                <a:spcPct val="100000"/>
              </a:lnSpc>
              <a:spcBef>
                <a:spcPts val="996"/>
              </a:spcBef>
              <a:defRPr sz="2600"/>
            </a:lvl3pPr>
            <a:lvl4pPr>
              <a:lnSpc>
                <a:spcPct val="100000"/>
              </a:lnSpc>
              <a:spcBef>
                <a:spcPts val="996"/>
              </a:spcBef>
              <a:defRPr sz="2300"/>
            </a:lvl4pPr>
            <a:lvl5pPr>
              <a:lnSpc>
                <a:spcPct val="100000"/>
              </a:lnSpc>
              <a:spcBef>
                <a:spcPts val="996"/>
              </a:spcBef>
              <a:defRPr sz="2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FD344DF-F2D8-47D3-A1A2-F2BA0FADDC8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5F8F286-D16D-4C14-B8C1-AEB3377F72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989FE42-4D97-47DA-9957-FC4B88B7382D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5A1C867-080A-4421-B3AD-97329B9D2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3038" y="0"/>
            <a:ext cx="11561762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BE39010-9E70-434F-A0A0-C5EA2E7FE0D2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55CA93D-A4F4-438E-AA12-7363D9CB7A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08307"/>
            <a:ext cx="5418667" cy="1652693"/>
          </a:xfrm>
          <a:ln>
            <a:noFill/>
          </a:ln>
        </p:spPr>
        <p:txBody>
          <a:bodyPr anchor="b"/>
          <a:lstStyle>
            <a:lvl1pPr algn="l">
              <a:lnSpc>
                <a:spcPts val="2844"/>
              </a:lnSpc>
              <a:buNone/>
              <a:defRPr sz="3100" b="1" cap="all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50240" y="2001016"/>
            <a:ext cx="5418667" cy="993422"/>
          </a:xfrm>
        </p:spPr>
        <p:txBody>
          <a:bodyPr/>
          <a:lstStyle>
            <a:lvl1pPr marL="65023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50240" y="3034454"/>
            <a:ext cx="11595947" cy="5678312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3528399-7386-45A7-8834-486F4B94D802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1526C98-457C-495A-885B-B51F77EFA8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3733" y="1517227"/>
            <a:ext cx="6502400" cy="65024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130046" tIns="390138" rIns="130046" bIns="65023">
            <a:normAutofit/>
          </a:bodyPr>
          <a:lstStyle/>
          <a:p>
            <a:pPr indent="-403143" eaLnBrk="1" hangingPunct="1">
              <a:lnSpc>
                <a:spcPts val="4267"/>
              </a:lnSpc>
              <a:spcBef>
                <a:spcPts val="853"/>
              </a:spcBef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4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563563" y="1357313"/>
            <a:ext cx="976312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7116763" y="1331913"/>
            <a:ext cx="922337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2474" y="1517227"/>
            <a:ext cx="3901440" cy="2817707"/>
          </a:xfrm>
        </p:spPr>
        <p:txBody>
          <a:bodyPr anchor="b">
            <a:noAutofit/>
          </a:bodyPr>
          <a:lstStyle>
            <a:lvl1pPr algn="l">
              <a:buNone/>
              <a:defRPr sz="3000" b="1"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2107" y="1625605"/>
            <a:ext cx="6285653" cy="4998444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390138">
            <a:normAutofit/>
          </a:bodyPr>
          <a:lstStyle>
            <a:lvl1pPr marL="0" indent="0" algn="l" eaLnBrk="1" latinLnBrk="0" hangingPunct="1">
              <a:buNone/>
              <a:defRPr sz="46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2107" y="6827520"/>
            <a:ext cx="6285653" cy="1083733"/>
          </a:xfrm>
        </p:spPr>
        <p:txBody>
          <a:bodyPr anchor="ctr"/>
          <a:lstStyle>
            <a:lvl1pPr marL="0" indent="0" algn="l">
              <a:lnSpc>
                <a:spcPts val="2276"/>
              </a:lnSpc>
              <a:spcBef>
                <a:spcPts val="0"/>
              </a:spcBef>
              <a:buNone/>
              <a:defRPr sz="2000">
                <a:solidFill>
                  <a:srgbClr val="777777"/>
                </a:solidFill>
              </a:defRPr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C5DB0DE-08A5-43FF-9FCD-FB364DA9D449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0D714D2-3A5C-4C10-82C3-6BCA2647EE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395A56A-3571-4FE4-B376-55F94E1FCB76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2C08728-4636-4AE1-87CF-7D261829F0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3600" y="390598"/>
            <a:ext cx="2600960" cy="8322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90600"/>
            <a:ext cx="7911253" cy="8322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0AA1504-0073-45D4-9420-14AEEB73A9D9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580F4B8-5C48-49EB-A75F-18DE72FA2C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5029200"/>
            <a:ext cx="10464800" cy="1130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1638300"/>
            <a:ext cx="104648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  <p:sldLayoutId id="2147484227" r:id="rId7"/>
    <p:sldLayoutId id="2147484228" r:id="rId8"/>
    <p:sldLayoutId id="2147484229" r:id="rId9"/>
    <p:sldLayoutId id="2147484230" r:id="rId10"/>
    <p:sldLayoutId id="214748423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2" r:id="rId1"/>
    <p:sldLayoutId id="2147484233" r:id="rId2"/>
    <p:sldLayoutId id="2147484234" r:id="rId3"/>
    <p:sldLayoutId id="2147484235" r:id="rId4"/>
    <p:sldLayoutId id="2147484236" r:id="rId5"/>
    <p:sldLayoutId id="2147484237" r:id="rId6"/>
    <p:sldLayoutId id="2147484238" r:id="rId7"/>
    <p:sldLayoutId id="2147484239" r:id="rId8"/>
    <p:sldLayoutId id="2147484240" r:id="rId9"/>
    <p:sldLayoutId id="2147484241" r:id="rId10"/>
    <p:sldLayoutId id="2147484242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243" r:id="rId1"/>
    <p:sldLayoutId id="2147484244" r:id="rId2"/>
    <p:sldLayoutId id="2147484245" r:id="rId3"/>
    <p:sldLayoutId id="2147484246" r:id="rId4"/>
    <p:sldLayoutId id="2147484247" r:id="rId5"/>
    <p:sldLayoutId id="2147484248" r:id="rId6"/>
    <p:sldLayoutId id="2147484249" r:id="rId7"/>
    <p:sldLayoutId id="2147484250" r:id="rId8"/>
    <p:sldLayoutId id="2147484251" r:id="rId9"/>
    <p:sldLayoutId id="2147484252" r:id="rId10"/>
    <p:sldLayoutId id="214748425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1270000"/>
            <a:ext cx="10464800" cy="7213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4" r:id="rId1"/>
    <p:sldLayoutId id="2147484255" r:id="rId2"/>
    <p:sldLayoutId id="2147484256" r:id="rId3"/>
    <p:sldLayoutId id="2147484257" r:id="rId4"/>
    <p:sldLayoutId id="2147484258" r:id="rId5"/>
    <p:sldLayoutId id="2147484259" r:id="rId6"/>
    <p:sldLayoutId id="2147484260" r:id="rId7"/>
    <p:sldLayoutId id="2147484261" r:id="rId8"/>
    <p:sldLayoutId id="2147484262" r:id="rId9"/>
    <p:sldLayoutId id="2147484263" r:id="rId10"/>
    <p:sldLayoutId id="2147484264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5" r:id="rId1"/>
    <p:sldLayoutId id="2147484266" r:id="rId2"/>
    <p:sldLayoutId id="2147484267" r:id="rId3"/>
    <p:sldLayoutId id="2147484268" r:id="rId4"/>
    <p:sldLayoutId id="2147484269" r:id="rId5"/>
    <p:sldLayoutId id="2147484270" r:id="rId6"/>
    <p:sldLayoutId id="2147484271" r:id="rId7"/>
    <p:sldLayoutId id="2147484272" r:id="rId8"/>
    <p:sldLayoutId id="2147484273" r:id="rId9"/>
    <p:sldLayoutId id="2147484274" r:id="rId10"/>
    <p:sldLayoutId id="2147484275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6" r:id="rId1"/>
    <p:sldLayoutId id="2147484277" r:id="rId2"/>
    <p:sldLayoutId id="2147484278" r:id="rId3"/>
    <p:sldLayoutId id="2147484279" r:id="rId4"/>
    <p:sldLayoutId id="2147484280" r:id="rId5"/>
    <p:sldLayoutId id="2147484281" r:id="rId6"/>
    <p:sldLayoutId id="2147484282" r:id="rId7"/>
    <p:sldLayoutId id="2147484283" r:id="rId8"/>
    <p:sldLayoutId id="2147484284" r:id="rId9"/>
    <p:sldLayoutId id="2147484285" r:id="rId10"/>
    <p:sldLayoutId id="2147484286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7" r:id="rId1"/>
    <p:sldLayoutId id="2147484288" r:id="rId2"/>
    <p:sldLayoutId id="2147484289" r:id="rId3"/>
    <p:sldLayoutId id="2147484290" r:id="rId4"/>
    <p:sldLayoutId id="2147484291" r:id="rId5"/>
    <p:sldLayoutId id="2147484292" r:id="rId6"/>
    <p:sldLayoutId id="2147484293" r:id="rId7"/>
    <p:sldLayoutId id="2147484294" r:id="rId8"/>
    <p:sldLayoutId id="2147484295" r:id="rId9"/>
    <p:sldLayoutId id="2147484296" r:id="rId10"/>
    <p:sldLayoutId id="2147484297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8" r:id="rId1"/>
    <p:sldLayoutId id="2147484299" r:id="rId2"/>
    <p:sldLayoutId id="2147484300" r:id="rId3"/>
    <p:sldLayoutId id="2147484301" r:id="rId4"/>
    <p:sldLayoutId id="2147484302" r:id="rId5"/>
    <p:sldLayoutId id="2147484303" r:id="rId6"/>
    <p:sldLayoutId id="2147484304" r:id="rId7"/>
    <p:sldLayoutId id="2147484305" r:id="rId8"/>
    <p:sldLayoutId id="2147484306" r:id="rId9"/>
    <p:sldLayoutId id="2147484307" r:id="rId10"/>
    <p:sldLayoutId id="2147484308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971800"/>
            <a:ext cx="10464800" cy="381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0" r:id="rId1"/>
    <p:sldLayoutId id="2147484321" r:id="rId2"/>
    <p:sldLayoutId id="2147484322" r:id="rId3"/>
    <p:sldLayoutId id="2147484323" r:id="rId4"/>
    <p:sldLayoutId id="2147484324" r:id="rId5"/>
    <p:sldLayoutId id="2147484325" r:id="rId6"/>
    <p:sldLayoutId id="2147484326" r:id="rId7"/>
    <p:sldLayoutId id="2147484327" r:id="rId8"/>
    <p:sldLayoutId id="2147484328" r:id="rId9"/>
    <p:sldLayoutId id="2147484329" r:id="rId10"/>
    <p:sldLayoutId id="2147484330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1" r:id="rId1"/>
    <p:sldLayoutId id="2147484332" r:id="rId2"/>
    <p:sldLayoutId id="2147484333" r:id="rId3"/>
    <p:sldLayoutId id="2147484334" r:id="rId4"/>
    <p:sldLayoutId id="2147484335" r:id="rId5"/>
    <p:sldLayoutId id="2147484336" r:id="rId6"/>
    <p:sldLayoutId id="2147484337" r:id="rId7"/>
    <p:sldLayoutId id="2147484338" r:id="rId8"/>
    <p:sldLayoutId id="2147484339" r:id="rId9"/>
    <p:sldLayoutId id="2147484340" r:id="rId10"/>
    <p:sldLayoutId id="214748434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2" r:id="rId1"/>
    <p:sldLayoutId id="2147484343" r:id="rId2"/>
    <p:sldLayoutId id="2147484344" r:id="rId3"/>
    <p:sldLayoutId id="2147484345" r:id="rId4"/>
    <p:sldLayoutId id="2147484346" r:id="rId5"/>
    <p:sldLayoutId id="2147484347" r:id="rId6"/>
    <p:sldLayoutId id="2147484348" r:id="rId7"/>
    <p:sldLayoutId id="2147484349" r:id="rId8"/>
    <p:sldLayoutId id="2147484350" r:id="rId9"/>
    <p:sldLayoutId id="2147484351" r:id="rId10"/>
    <p:sldLayoutId id="2147484352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72400" y="2768600"/>
            <a:ext cx="39624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54" r:id="rId2"/>
    <p:sldLayoutId id="2147484355" r:id="rId3"/>
    <p:sldLayoutId id="2147484356" r:id="rId4"/>
    <p:sldLayoutId id="2147484357" r:id="rId5"/>
    <p:sldLayoutId id="2147484358" r:id="rId6"/>
    <p:sldLayoutId id="2147484359" r:id="rId7"/>
    <p:sldLayoutId id="2147484360" r:id="rId8"/>
    <p:sldLayoutId id="2147484361" r:id="rId9"/>
    <p:sldLayoutId id="2147484362" r:id="rId10"/>
    <p:sldLayoutId id="214748436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64" r:id="rId1"/>
    <p:sldLayoutId id="2147484365" r:id="rId2"/>
    <p:sldLayoutId id="2147484366" r:id="rId3"/>
    <p:sldLayoutId id="2147484367" r:id="rId4"/>
    <p:sldLayoutId id="2147484368" r:id="rId5"/>
    <p:sldLayoutId id="2147484369" r:id="rId6"/>
    <p:sldLayoutId id="2147484370" r:id="rId7"/>
    <p:sldLayoutId id="2147484371" r:id="rId8"/>
    <p:sldLayoutId id="2147484372" r:id="rId9"/>
    <p:sldLayoutId id="2147484373" r:id="rId10"/>
    <p:sldLayoutId id="2147484374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160463" y="-1160463"/>
            <a:ext cx="2330451" cy="2330451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39713" y="30163"/>
            <a:ext cx="2420937" cy="242093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60098" y="1500554"/>
            <a:ext cx="1601020" cy="1568176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39863" y="0"/>
            <a:ext cx="11564937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</p:spPr>
        <p:txBody>
          <a:bodyPr lIns="130046" tIns="65023" rIns="130046" bIns="65023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345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2041525" y="2058988"/>
            <a:ext cx="10664825" cy="682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fld id="{DF934E36-D68C-41C0-B698-58393200FF86}" type="datetimeFigureOut">
              <a:rPr lang="en-US"/>
              <a:pPr>
                <a:defRPr/>
              </a:pPr>
              <a:t>4/23/2026</a:t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eaLnBrk="1" latinLnBrk="0" hangingPunct="1">
              <a:defRPr kumimoji="0" sz="1700">
                <a:solidFill>
                  <a:schemeClr val="bg2">
                    <a:shade val="5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ct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fld id="{0AF91225-6B8A-4A10-AFA6-F845D109664A}" type="slidenum">
              <a:rPr lang="en-US"/>
              <a:pPr>
                <a:defRPr/>
              </a:pPr>
              <a:t>‹#›</a:t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5" r:id="rId1"/>
    <p:sldLayoutId id="2147484376" r:id="rId2"/>
    <p:sldLayoutId id="2147484377" r:id="rId3"/>
    <p:sldLayoutId id="2147484378" r:id="rId4"/>
    <p:sldLayoutId id="2147484379" r:id="rId5"/>
    <p:sldLayoutId id="2147484380" r:id="rId6"/>
    <p:sldLayoutId id="2147484381" r:id="rId7"/>
    <p:sldLayoutId id="2147484382" r:id="rId8"/>
    <p:sldLayoutId id="2147484383" r:id="rId9"/>
    <p:sldLayoutId id="2147484384" r:id="rId10"/>
    <p:sldLayoutId id="2147484385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61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519113" indent="-401638" algn="l" rtl="0" fontAlgn="base">
        <a:spcBef>
          <a:spcPts val="8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909638" indent="-336550" algn="l" rtl="0" fontAlgn="base">
        <a:spcBef>
          <a:spcPts val="788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260475" indent="-3238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560513" indent="-246063" algn="l" rtl="0" fontAlgn="base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6263" indent="-258763" algn="l" rtl="0" fontAlgn="base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145758" indent="-260092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4864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2730965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030071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/>
          <p:cNvPicPr>
            <a:picLocks noChangeAspect="1" noChangeArrowheads="1"/>
          </p:cNvPicPr>
          <p:nvPr/>
        </p:nvPicPr>
        <p:blipFill>
          <a:blip r:embed="rId2"/>
          <a:srcRect t="18021" b="16660"/>
          <a:stretch>
            <a:fillRect/>
          </a:stretch>
        </p:blipFill>
        <p:spPr bwMode="auto">
          <a:xfrm>
            <a:off x="4273550" y="304800"/>
            <a:ext cx="5048250" cy="196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3"/>
          <p:cNvSpPr txBox="1">
            <a:spLocks noChangeArrowheads="1"/>
          </p:cNvSpPr>
          <p:nvPr/>
        </p:nvSpPr>
        <p:spPr bwMode="auto">
          <a:xfrm>
            <a:off x="1676400" y="2270125"/>
            <a:ext cx="10693400" cy="1143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+mj-lt"/>
                <a:ea typeface="+mj-ea"/>
                <a:cs typeface="+mj-cs"/>
                <a:sym typeface="Gill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>
              <a:defRPr/>
            </a:pP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</a:rPr>
              <a:t>Faculty of Science &amp; Technology</a:t>
            </a:r>
          </a:p>
          <a:p>
            <a:pPr>
              <a:defRPr/>
            </a:pP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</a:rPr>
              <a:t>Jagran School of Computer Application</a:t>
            </a:r>
            <a:br>
              <a:rPr lang="en-US" altLang="en-US" sz="4200" b="1" kern="0" dirty="0">
                <a:solidFill>
                  <a:srgbClr val="FF0000"/>
                </a:solidFill>
                <a:latin typeface="Calibri" panose="020F0502020204030204" pitchFamily="34" charset="0"/>
              </a:rPr>
            </a:br>
            <a: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  <a:t>                                                            </a:t>
            </a: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endParaRPr lang="en-US" altLang="en-US" sz="4200" b="1" kern="0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26630" name="TextBox 11"/>
          <p:cNvSpPr txBox="1">
            <a:spLocks noChangeArrowheads="1"/>
          </p:cNvSpPr>
          <p:nvPr/>
        </p:nvSpPr>
        <p:spPr bwMode="auto">
          <a:xfrm>
            <a:off x="2997200" y="4107359"/>
            <a:ext cx="816819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 dirty="0"/>
              <a:t>AI- based Resume Ranking System</a:t>
            </a:r>
          </a:p>
        </p:txBody>
      </p:sp>
      <p:sp>
        <p:nvSpPr>
          <p:cNvPr id="26631" name="TextBox 12"/>
          <p:cNvSpPr txBox="1">
            <a:spLocks noChangeArrowheads="1"/>
          </p:cNvSpPr>
          <p:nvPr/>
        </p:nvSpPr>
        <p:spPr bwMode="auto">
          <a:xfrm>
            <a:off x="1473200" y="6662738"/>
            <a:ext cx="508402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Under the Supervision of: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Asst. prof. Priyank Dubey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Dept. of CSE, 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JLU-FAST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2" name="TextBox 13"/>
          <p:cNvSpPr txBox="1">
            <a:spLocks noChangeArrowheads="1"/>
          </p:cNvSpPr>
          <p:nvPr/>
        </p:nvSpPr>
        <p:spPr bwMode="auto">
          <a:xfrm>
            <a:off x="8080375" y="6629400"/>
            <a:ext cx="4481483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Anuj Yadav (Jlu08469)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Aryan Soni (Jlu07925)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Outline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041525" y="2058988"/>
            <a:ext cx="10664825" cy="4799012"/>
          </a:xfrm>
        </p:spPr>
        <p:txBody>
          <a:bodyPr/>
          <a:lstStyle/>
          <a:p>
            <a:r>
              <a:rPr lang="en-US" sz="2800" dirty="0"/>
              <a:t>Introduction </a:t>
            </a:r>
          </a:p>
          <a:p>
            <a:r>
              <a:rPr lang="en-US" sz="2800" dirty="0"/>
              <a:t>Importance and Need </a:t>
            </a:r>
          </a:p>
          <a:p>
            <a:r>
              <a:rPr lang="en-US" sz="2800" dirty="0"/>
              <a:t>Contribution &amp; Role of Team Members</a:t>
            </a:r>
          </a:p>
          <a:p>
            <a:r>
              <a:rPr lang="en-US" sz="2800" dirty="0"/>
              <a:t>Core Features</a:t>
            </a:r>
          </a:p>
          <a:p>
            <a:r>
              <a:rPr lang="en-US" sz="2800" dirty="0"/>
              <a:t>Technologies Used</a:t>
            </a:r>
          </a:p>
          <a:p>
            <a:r>
              <a:rPr lang="en-US" sz="2800" dirty="0"/>
              <a:t>Algorithms and Concepts</a:t>
            </a:r>
          </a:p>
          <a:p>
            <a:r>
              <a:rPr lang="en-US" sz="2800" dirty="0"/>
              <a:t>System Requirements</a:t>
            </a:r>
          </a:p>
          <a:p>
            <a:r>
              <a:rPr lang="en-US" sz="2800" dirty="0"/>
              <a:t>System/User requirements</a:t>
            </a:r>
          </a:p>
          <a:p>
            <a:r>
              <a:rPr lang="en-US" sz="2800" dirty="0"/>
              <a:t> System Flowchart</a:t>
            </a:r>
          </a:p>
          <a:p>
            <a:r>
              <a:rPr lang="en-US" sz="2800" dirty="0"/>
              <a:t>Conclusion</a:t>
            </a:r>
          </a:p>
          <a:p>
            <a:r>
              <a:rPr lang="en-US" sz="2800" dirty="0"/>
              <a:t>Future work</a:t>
            </a:r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pPr>
              <a:buFont typeface="Wingdings 2" pitchFamily="18" charset="2"/>
              <a:buNone/>
            </a:pPr>
            <a:r>
              <a:rPr lang="en-US" sz="4000" dirty="0"/>
              <a:t>  </a:t>
            </a:r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20847-0DEC-4B56-AF04-E1606A8495B6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Introduction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AI system that ranks resumes using semantic understanding</a:t>
            </a:r>
          </a:p>
          <a:p>
            <a:r>
              <a:rPr lang="en-US" dirty="0"/>
              <a:t> Uses embeddings instead of basic keyword matching</a:t>
            </a:r>
          </a:p>
          <a:p>
            <a:r>
              <a:rPr lang="en-US" dirty="0"/>
              <a:t>  Improves accuracy in candidate selection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DF365F-2B4E-4D13-91A1-3D0777D92EAD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Importance &amp; Need 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Reduces manual effort</a:t>
            </a:r>
          </a:p>
          <a:p>
            <a:r>
              <a:rPr lang="en-US" dirty="0"/>
              <a:t> Faster shortlisting</a:t>
            </a:r>
          </a:p>
          <a:p>
            <a:r>
              <a:rPr lang="en-US" dirty="0"/>
              <a:t> Better matching using AI</a:t>
            </a:r>
          </a:p>
          <a:p>
            <a:r>
              <a:rPr lang="en-US" dirty="0"/>
              <a:t> Reduces bias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B236B-D843-460E-9B08-27A6C6C7AE32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Core Features 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Resume Parsing (PDF/DOCX)</a:t>
            </a:r>
          </a:p>
          <a:p>
            <a:r>
              <a:rPr lang="en-US" dirty="0"/>
              <a:t> Semantic Similarity Matching</a:t>
            </a:r>
          </a:p>
          <a:p>
            <a:r>
              <a:rPr lang="en-US" dirty="0"/>
              <a:t> Skill Extraction (200+ skills)</a:t>
            </a:r>
          </a:p>
          <a:p>
            <a:r>
              <a:rPr lang="en-US" dirty="0"/>
              <a:t> Hybrid Scoring System</a:t>
            </a:r>
          </a:p>
          <a:p>
            <a:r>
              <a:rPr lang="en-US" dirty="0"/>
              <a:t> Role Recommendation System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DE0DCC-54CC-417F-8E5E-3E4F6E53ECD7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Technologies Used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Backend:</a:t>
            </a:r>
          </a:p>
          <a:p>
            <a:pPr marL="117475" indent="0">
              <a:buNone/>
            </a:pPr>
            <a:endParaRPr lang="en-US" sz="3200" dirty="0"/>
          </a:p>
          <a:p>
            <a:pPr marL="117475" indent="0">
              <a:buNone/>
            </a:pPr>
            <a:r>
              <a:rPr lang="en-US" sz="3200" dirty="0"/>
              <a:t> Python, </a:t>
            </a:r>
            <a:r>
              <a:rPr lang="en-US" sz="3200" dirty="0" err="1"/>
              <a:t>FastAPI</a:t>
            </a:r>
            <a:r>
              <a:rPr lang="en-US" sz="3200" dirty="0"/>
              <a:t>, </a:t>
            </a:r>
            <a:r>
              <a:rPr lang="en-US" sz="3200" dirty="0" err="1"/>
              <a:t>Uvicorn</a:t>
            </a:r>
            <a:endParaRPr lang="en-US" sz="3200" dirty="0"/>
          </a:p>
          <a:p>
            <a:pPr marL="117475" indent="0">
              <a:buNone/>
            </a:pPr>
            <a:r>
              <a:rPr lang="en-US" sz="3200" dirty="0"/>
              <a:t>  AI/NLP:</a:t>
            </a:r>
          </a:p>
          <a:p>
            <a:pPr marL="117475" indent="0">
              <a:buNone/>
            </a:pPr>
            <a:r>
              <a:rPr lang="en-US" sz="3200" dirty="0"/>
              <a:t> Sentence-BERT (all-MiniLM-L6-v2)</a:t>
            </a:r>
          </a:p>
          <a:p>
            <a:pPr marL="117475" indent="0">
              <a:buNone/>
            </a:pPr>
            <a:r>
              <a:rPr lang="en-US" sz="3200" dirty="0"/>
              <a:t> </a:t>
            </a:r>
            <a:r>
              <a:rPr lang="en-US" sz="3200" dirty="0" err="1"/>
              <a:t>spaCy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Frontend:</a:t>
            </a:r>
          </a:p>
          <a:p>
            <a:pPr marL="117475" indent="0">
              <a:buNone/>
            </a:pPr>
            <a:endParaRPr lang="en-US" sz="3200" dirty="0"/>
          </a:p>
          <a:p>
            <a:pPr marL="117475" indent="0">
              <a:buNone/>
            </a:pPr>
            <a:r>
              <a:rPr lang="en-US" sz="3200" dirty="0"/>
              <a:t> React + Vite</a:t>
            </a:r>
          </a:p>
          <a:p>
            <a:endParaRPr lang="en-US" sz="4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A9E228-5CF4-42CA-9F4C-53491775298C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Algorithms &amp; Concepts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Cosine Similarity</a:t>
            </a:r>
          </a:p>
          <a:p>
            <a:r>
              <a:rPr lang="en-US" dirty="0"/>
              <a:t> Embeddings (Vector Space)</a:t>
            </a:r>
          </a:p>
          <a:p>
            <a:r>
              <a:rPr lang="en-US" dirty="0"/>
              <a:t> Hybrid Scoring (50-35-15)</a:t>
            </a:r>
          </a:p>
          <a:p>
            <a:r>
              <a:rPr lang="en-US" dirty="0"/>
              <a:t> Rule-based + ML approach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14003-694B-4BDF-99E7-63791028A110}" type="slidenum">
              <a:rPr lang="en-US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System 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Requiements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Python 3.9+</a:t>
            </a:r>
          </a:p>
          <a:p>
            <a:r>
              <a:rPr lang="en-US" dirty="0"/>
              <a:t> 8GB RAM recommended</a:t>
            </a:r>
          </a:p>
          <a:p>
            <a:r>
              <a:rPr lang="en-US" dirty="0"/>
              <a:t> Modern Browser</a:t>
            </a:r>
          </a:p>
          <a:p>
            <a:r>
              <a:rPr lang="en-US" dirty="0"/>
              <a:t> Node.js for frontend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9FA64B-E05D-487D-A0AE-1EC1FA0F8AE9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System Flowchart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7475" indent="0">
              <a:buNone/>
            </a:pPr>
            <a:r>
              <a:rPr lang="en-US" dirty="0"/>
              <a:t>1. Upload Resume + Job Description</a:t>
            </a:r>
          </a:p>
          <a:p>
            <a:pPr marL="117475" indent="0">
              <a:buNone/>
            </a:pPr>
            <a:r>
              <a:rPr lang="en-US" dirty="0"/>
              <a:t>2. Text Extraction</a:t>
            </a:r>
          </a:p>
          <a:p>
            <a:pPr marL="117475" indent="0">
              <a:buNone/>
            </a:pPr>
            <a:r>
              <a:rPr lang="en-US" dirty="0"/>
              <a:t>3. Generate Embeddings</a:t>
            </a:r>
          </a:p>
          <a:p>
            <a:pPr marL="117475" indent="0">
              <a:buNone/>
            </a:pPr>
            <a:r>
              <a:rPr lang="en-US" dirty="0"/>
              <a:t>4. Compute Similarity</a:t>
            </a:r>
          </a:p>
          <a:p>
            <a:pPr marL="117475" indent="0">
              <a:buNone/>
            </a:pPr>
            <a:r>
              <a:rPr lang="en-US" dirty="0"/>
              <a:t>5. Apply Hybrid Scoring</a:t>
            </a:r>
          </a:p>
          <a:p>
            <a:pPr marL="117475" indent="0">
              <a:buNone/>
            </a:pPr>
            <a:r>
              <a:rPr lang="en-US" dirty="0"/>
              <a:t>6. Rank Candidates</a:t>
            </a:r>
          </a:p>
          <a:p>
            <a:pPr marL="117475" indent="0">
              <a:buNone/>
            </a:pPr>
            <a:r>
              <a:rPr lang="en-US" dirty="0"/>
              <a:t>7. Display Results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2FBB2D-B164-4589-9E72-AA90F3FF5095}" type="slidenum">
              <a:rPr lang="en-US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Conclusion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Combines AI + rule-based logic</a:t>
            </a:r>
          </a:p>
          <a:p>
            <a:r>
              <a:rPr lang="en-US" dirty="0"/>
              <a:t> Improves hiring efficiency</a:t>
            </a:r>
          </a:p>
          <a:p>
            <a:r>
              <a:rPr lang="en-US" dirty="0"/>
              <a:t> Practical real-world system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ACB2A-1AEB-4C99-B4C0-C947DA6ACC4E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Future Work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Fine-tune models</a:t>
            </a:r>
          </a:p>
          <a:p>
            <a:r>
              <a:rPr lang="en-US" dirty="0"/>
              <a:t> Cloud deployment</a:t>
            </a:r>
          </a:p>
          <a:p>
            <a:r>
              <a:rPr lang="en-US" dirty="0"/>
              <a:t> ATS integration</a:t>
            </a:r>
          </a:p>
          <a:p>
            <a:r>
              <a:rPr lang="en-US" dirty="0"/>
              <a:t> Multilingual support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FE1FDE-521C-4F4C-A81B-BF483B82FC14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AE682-9CDC-FF55-9C07-1A49B8BA5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404530-754A-46B0-8D88-ADF63834FA86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31F41-299E-AA3A-4FEB-3DE17E5F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2D71-6789-E100-C016-DBEE5EAC9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730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itle &amp; Bullets">
  <a:themeElements>
    <a:clrScheme name="Title &amp; 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Bullets">
  <a:themeElements>
    <a:clrScheme name="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Photo - Horizontal">
  <a:themeElements>
    <a:clrScheme name="Photo - Horizont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Photo - Horizontal Reflection">
  <a:themeElements>
    <a:clrScheme name="Photo - Horizont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Photo - Vertical">
  <a:themeElements>
    <a:clrScheme name="Photo - Vertic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Photo - Vertical Reflection">
  <a:themeElements>
    <a:clrScheme name="Photo - Vertic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_Title - Top">
  <a:themeElements>
    <a:clrScheme name="Title - T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_Title - Center">
  <a:themeElements>
    <a:clrScheme name="Title - Cen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Cen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_Title &amp; Bullets - Left">
  <a:themeElements>
    <a:clrScheme name="Title &amp; Bullets - Lef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Lef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Lef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_Title &amp; Bullets - 2 Column">
  <a:themeElements>
    <a:clrScheme name="Title &amp; Bullets - 2 Colum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2 Colum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2 Colum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_Title &amp; Bullets - Right">
  <a:themeElements>
    <a:clrScheme name="Title &amp; Bullets - Righ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Righ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Righ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_Title, Bullets &amp; Photo">
  <a:themeElements>
    <a:clrScheme name="Title, Bullets &amp; Phot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, Bullets &amp; Photo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, Bullets &amp; Ph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8499</TotalTime>
  <Pages>0</Pages>
  <Words>308</Words>
  <Characters>0</Characters>
  <Application>Microsoft Office PowerPoint</Application>
  <PresentationFormat>Custom</PresentationFormat>
  <Lines>0</Lines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12</vt:i4>
      </vt:variant>
    </vt:vector>
  </HeadingPairs>
  <TitlesOfParts>
    <vt:vector size="34" baseType="lpstr">
      <vt:lpstr>Arial</vt:lpstr>
      <vt:lpstr>Calibri</vt:lpstr>
      <vt:lpstr>Gill Sans</vt:lpstr>
      <vt:lpstr>Gill Sans MT</vt:lpstr>
      <vt:lpstr>Times New Roman</vt:lpstr>
      <vt:lpstr>Verdana</vt:lpstr>
      <vt:lpstr>Wingdings 2</vt:lpstr>
      <vt:lpstr>Title &amp; Subtitle</vt:lpstr>
      <vt:lpstr>1_Title &amp; Bullets</vt:lpstr>
      <vt:lpstr>1_Blank</vt:lpstr>
      <vt:lpstr>1_Bullets</vt:lpstr>
      <vt:lpstr>1_Photo - Horizontal</vt:lpstr>
      <vt:lpstr>1_Photo - Horizontal Reflection</vt:lpstr>
      <vt:lpstr>1_Photo - Vertical</vt:lpstr>
      <vt:lpstr>1_Photo - Vertical Reflection</vt:lpstr>
      <vt:lpstr>1_Title - Top</vt:lpstr>
      <vt:lpstr>1_Title - Center</vt:lpstr>
      <vt:lpstr>1_Title &amp; Bullets - Left</vt:lpstr>
      <vt:lpstr>1_Title &amp; Bullets - 2 Column</vt:lpstr>
      <vt:lpstr>1_Title &amp; Bullets - Right</vt:lpstr>
      <vt:lpstr>1_Title, Bullets &amp; Photo</vt:lpstr>
      <vt:lpstr>Solstice</vt:lpstr>
      <vt:lpstr>PowerPoint Presentation</vt:lpstr>
      <vt:lpstr>Outline</vt:lpstr>
      <vt:lpstr>Introduction</vt:lpstr>
      <vt:lpstr>Importance &amp; Need  </vt:lpstr>
      <vt:lpstr> Core Features </vt:lpstr>
      <vt:lpstr>Technologies Used</vt:lpstr>
      <vt:lpstr>Algorithms &amp; Concepts</vt:lpstr>
      <vt:lpstr>System Requiements</vt:lpstr>
      <vt:lpstr>System Flowchart</vt:lpstr>
      <vt:lpstr>Conclusion</vt:lpstr>
      <vt:lpstr>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Nafy</dc:creator>
  <cp:lastModifiedBy>Anuj Yadav</cp:lastModifiedBy>
  <cp:revision>1022</cp:revision>
  <dcterms:modified xsi:type="dcterms:W3CDTF">2026-04-22T20:13:12Z</dcterms:modified>
</cp:coreProperties>
</file>