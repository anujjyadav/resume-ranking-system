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16" r:id="rId1"/>
    <p:sldMasterId id="2147483828" r:id="rId2"/>
    <p:sldMasterId id="2147483840" r:id="rId3"/>
    <p:sldMasterId id="2147483852" r:id="rId4"/>
    <p:sldMasterId id="2147483864" r:id="rId5"/>
    <p:sldMasterId id="2147483876" r:id="rId6"/>
    <p:sldMasterId id="2147483888" r:id="rId7"/>
    <p:sldMasterId id="2147483900" r:id="rId8"/>
    <p:sldMasterId id="2147483912" r:id="rId9"/>
    <p:sldMasterId id="2147483924" r:id="rId10"/>
    <p:sldMasterId id="2147483936" r:id="rId11"/>
    <p:sldMasterId id="2147483948" r:id="rId12"/>
    <p:sldMasterId id="2147483960" r:id="rId13"/>
    <p:sldMasterId id="2147483972" r:id="rId14"/>
    <p:sldMasterId id="2147484198" r:id="rId15"/>
  </p:sldMasterIdLst>
  <p:notesMasterIdLst>
    <p:notesMasterId r:id="rId28"/>
  </p:notesMasterIdLst>
  <p:handoutMasterIdLst>
    <p:handoutMasterId r:id="rId29"/>
  </p:handoutMasterIdLst>
  <p:sldIdLst>
    <p:sldId id="384" r:id="rId16"/>
    <p:sldId id="385" r:id="rId17"/>
    <p:sldId id="386" r:id="rId18"/>
    <p:sldId id="387" r:id="rId19"/>
    <p:sldId id="388" r:id="rId20"/>
    <p:sldId id="389" r:id="rId21"/>
    <p:sldId id="390" r:id="rId22"/>
    <p:sldId id="391" r:id="rId23"/>
    <p:sldId id="392" r:id="rId24"/>
    <p:sldId id="393" r:id="rId25"/>
    <p:sldId id="394" r:id="rId26"/>
    <p:sldId id="395" r:id="rId27"/>
  </p:sldIdLst>
  <p:sldSz cx="13004800" cy="97536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1pPr>
    <a:lvl2pPr marL="4572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2pPr>
    <a:lvl3pPr marL="9144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3pPr>
    <a:lvl4pPr marL="13716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4pPr>
    <a:lvl5pPr marL="18288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5pPr>
    <a:lvl6pPr marL="22860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6pPr>
    <a:lvl7pPr marL="27432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7pPr>
    <a:lvl8pPr marL="32004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8pPr>
    <a:lvl9pPr marL="36576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AEB6"/>
    <a:srgbClr val="B51753"/>
    <a:srgbClr val="43A0A7"/>
    <a:srgbClr val="3B8B91"/>
    <a:srgbClr val="357D83"/>
    <a:srgbClr val="3399FF"/>
    <a:srgbClr val="00006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8CE455-D96D-48D6-A45E-648DB72BBB5B}" v="9" dt="2026-04-22T20:01:50.2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1" autoAdjust="0"/>
    <p:restoredTop sz="94444" autoAdjust="0"/>
  </p:normalViewPr>
  <p:slideViewPr>
    <p:cSldViewPr>
      <p:cViewPr varScale="1">
        <p:scale>
          <a:sx n="59" d="100"/>
          <a:sy n="59" d="100"/>
        </p:scale>
        <p:origin x="398" y="77"/>
      </p:cViewPr>
      <p:guideLst>
        <p:guide orient="horz" pos="3072"/>
        <p:guide pos="40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6/11/relationships/changesInfo" Target="changesInfos/changesInfo1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j Yadav" userId="220797125c7c045c" providerId="LiveId" clId="{4B6542C3-BA4D-4E7F-82ED-B9A303455154}"/>
    <pc:docChg chg="undo custSel addSld delSld modSld">
      <pc:chgData name="Anuj Yadav" userId="220797125c7c045c" providerId="LiveId" clId="{4B6542C3-BA4D-4E7F-82ED-B9A303455154}" dt="2026-04-22T20:13:02.806" v="662" actId="20577"/>
      <pc:docMkLst>
        <pc:docMk/>
      </pc:docMkLst>
      <pc:sldChg chg="delSp modSp mod">
        <pc:chgData name="Anuj Yadav" userId="220797125c7c045c" providerId="LiveId" clId="{4B6542C3-BA4D-4E7F-82ED-B9A303455154}" dt="2026-04-22T20:13:02.806" v="662" actId="20577"/>
        <pc:sldMkLst>
          <pc:docMk/>
          <pc:sldMk cId="0" sldId="384"/>
        </pc:sldMkLst>
        <pc:spChg chg="del mod">
          <ac:chgData name="Anuj Yadav" userId="220797125c7c045c" providerId="LiveId" clId="{4B6542C3-BA4D-4E7F-82ED-B9A303455154}" dt="2026-04-22T20:10:17.862" v="420" actId="21"/>
          <ac:spMkLst>
            <pc:docMk/>
            <pc:sldMk cId="0" sldId="384"/>
            <ac:spMk id="26629" creationId="{00000000-0000-0000-0000-000000000000}"/>
          </ac:spMkLst>
        </pc:spChg>
        <pc:spChg chg="mod">
          <ac:chgData name="Anuj Yadav" userId="220797125c7c045c" providerId="LiveId" clId="{4B6542C3-BA4D-4E7F-82ED-B9A303455154}" dt="2026-04-22T20:11:20.192" v="509" actId="1076"/>
          <ac:spMkLst>
            <pc:docMk/>
            <pc:sldMk cId="0" sldId="384"/>
            <ac:spMk id="26630" creationId="{00000000-0000-0000-0000-000000000000}"/>
          </ac:spMkLst>
        </pc:spChg>
        <pc:spChg chg="mod">
          <ac:chgData name="Anuj Yadav" userId="220797125c7c045c" providerId="LiveId" clId="{4B6542C3-BA4D-4E7F-82ED-B9A303455154}" dt="2026-04-22T20:12:07.293" v="573" actId="20577"/>
          <ac:spMkLst>
            <pc:docMk/>
            <pc:sldMk cId="0" sldId="384"/>
            <ac:spMk id="26631" creationId="{00000000-0000-0000-0000-000000000000}"/>
          </ac:spMkLst>
        </pc:spChg>
        <pc:spChg chg="mod">
          <ac:chgData name="Anuj Yadav" userId="220797125c7c045c" providerId="LiveId" clId="{4B6542C3-BA4D-4E7F-82ED-B9A303455154}" dt="2026-04-22T20:13:02.806" v="662" actId="20577"/>
          <ac:spMkLst>
            <pc:docMk/>
            <pc:sldMk cId="0" sldId="384"/>
            <ac:spMk id="26632" creationId="{00000000-0000-0000-0000-000000000000}"/>
          </ac:spMkLst>
        </pc:spChg>
      </pc:sldChg>
      <pc:sldChg chg="modSp mod">
        <pc:chgData name="Anuj Yadav" userId="220797125c7c045c" providerId="LiveId" clId="{4B6542C3-BA4D-4E7F-82ED-B9A303455154}" dt="2026-04-22T20:06:02.567" v="350" actId="20577"/>
        <pc:sldMkLst>
          <pc:docMk/>
          <pc:sldMk cId="0" sldId="385"/>
        </pc:sldMkLst>
        <pc:spChg chg="mod">
          <ac:chgData name="Anuj Yadav" userId="220797125c7c045c" providerId="LiveId" clId="{4B6542C3-BA4D-4E7F-82ED-B9A303455154}" dt="2026-04-22T20:06:02.567" v="350" actId="20577"/>
          <ac:spMkLst>
            <pc:docMk/>
            <pc:sldMk cId="0" sldId="385"/>
            <ac:spMk id="27651" creationId="{00000000-0000-0000-0000-000000000000}"/>
          </ac:spMkLst>
        </pc:spChg>
      </pc:sldChg>
      <pc:sldChg chg="modSp mod">
        <pc:chgData name="Anuj Yadav" userId="220797125c7c045c" providerId="LiveId" clId="{4B6542C3-BA4D-4E7F-82ED-B9A303455154}" dt="2026-04-22T20:06:39.594" v="359" actId="20577"/>
        <pc:sldMkLst>
          <pc:docMk/>
          <pc:sldMk cId="0" sldId="386"/>
        </pc:sldMkLst>
        <pc:spChg chg="mod">
          <ac:chgData name="Anuj Yadav" userId="220797125c7c045c" providerId="LiveId" clId="{4B6542C3-BA4D-4E7F-82ED-B9A303455154}" dt="2026-04-22T20:06:39.594" v="359" actId="20577"/>
          <ac:spMkLst>
            <pc:docMk/>
            <pc:sldMk cId="0" sldId="386"/>
            <ac:spMk id="28675" creationId="{00000000-0000-0000-0000-000000000000}"/>
          </ac:spMkLst>
        </pc:spChg>
      </pc:sldChg>
      <pc:sldChg chg="modSp mod">
        <pc:chgData name="Anuj Yadav" userId="220797125c7c045c" providerId="LiveId" clId="{4B6542C3-BA4D-4E7F-82ED-B9A303455154}" dt="2026-04-22T20:06:55.817" v="363" actId="20577"/>
        <pc:sldMkLst>
          <pc:docMk/>
          <pc:sldMk cId="0" sldId="387"/>
        </pc:sldMkLst>
        <pc:spChg chg="mod">
          <ac:chgData name="Anuj Yadav" userId="220797125c7c045c" providerId="LiveId" clId="{4B6542C3-BA4D-4E7F-82ED-B9A303455154}" dt="2026-04-22T19:56:42.706" v="38" actId="20577"/>
          <ac:spMkLst>
            <pc:docMk/>
            <pc:sldMk cId="0" sldId="387"/>
            <ac:spMk id="2" creationId="{00000000-0000-0000-0000-000000000000}"/>
          </ac:spMkLst>
        </pc:spChg>
        <pc:spChg chg="mod">
          <ac:chgData name="Anuj Yadav" userId="220797125c7c045c" providerId="LiveId" clId="{4B6542C3-BA4D-4E7F-82ED-B9A303455154}" dt="2026-04-22T20:06:55.817" v="363" actId="20577"/>
          <ac:spMkLst>
            <pc:docMk/>
            <pc:sldMk cId="0" sldId="387"/>
            <ac:spMk id="29699" creationId="{00000000-0000-0000-0000-000000000000}"/>
          </ac:spMkLst>
        </pc:spChg>
      </pc:sldChg>
      <pc:sldChg chg="modSp mod">
        <pc:chgData name="Anuj Yadav" userId="220797125c7c045c" providerId="LiveId" clId="{4B6542C3-BA4D-4E7F-82ED-B9A303455154}" dt="2026-04-22T20:07:09.607" v="368" actId="20577"/>
        <pc:sldMkLst>
          <pc:docMk/>
          <pc:sldMk cId="0" sldId="388"/>
        </pc:sldMkLst>
        <pc:spChg chg="mod">
          <ac:chgData name="Anuj Yadav" userId="220797125c7c045c" providerId="LiveId" clId="{4B6542C3-BA4D-4E7F-82ED-B9A303455154}" dt="2026-04-22T19:56:32.394" v="23" actId="20577"/>
          <ac:spMkLst>
            <pc:docMk/>
            <pc:sldMk cId="0" sldId="388"/>
            <ac:spMk id="2" creationId="{00000000-0000-0000-0000-000000000000}"/>
          </ac:spMkLst>
        </pc:spChg>
        <pc:spChg chg="mod">
          <ac:chgData name="Anuj Yadav" userId="220797125c7c045c" providerId="LiveId" clId="{4B6542C3-BA4D-4E7F-82ED-B9A303455154}" dt="2026-04-22T20:07:09.607" v="368" actId="20577"/>
          <ac:spMkLst>
            <pc:docMk/>
            <pc:sldMk cId="0" sldId="388"/>
            <ac:spMk id="30723" creationId="{00000000-0000-0000-0000-000000000000}"/>
          </ac:spMkLst>
        </pc:spChg>
      </pc:sldChg>
      <pc:sldChg chg="modSp mod">
        <pc:chgData name="Anuj Yadav" userId="220797125c7c045c" providerId="LiveId" clId="{4B6542C3-BA4D-4E7F-82ED-B9A303455154}" dt="2026-04-22T20:07:59.128" v="392" actId="20577"/>
        <pc:sldMkLst>
          <pc:docMk/>
          <pc:sldMk cId="0" sldId="389"/>
        </pc:sldMkLst>
        <pc:spChg chg="mod">
          <ac:chgData name="Anuj Yadav" userId="220797125c7c045c" providerId="LiveId" clId="{4B6542C3-BA4D-4E7F-82ED-B9A303455154}" dt="2026-04-22T19:58:00.483" v="59" actId="20577"/>
          <ac:spMkLst>
            <pc:docMk/>
            <pc:sldMk cId="0" sldId="389"/>
            <ac:spMk id="2" creationId="{00000000-0000-0000-0000-000000000000}"/>
          </ac:spMkLst>
        </pc:spChg>
        <pc:spChg chg="mod">
          <ac:chgData name="Anuj Yadav" userId="220797125c7c045c" providerId="LiveId" clId="{4B6542C3-BA4D-4E7F-82ED-B9A303455154}" dt="2026-04-22T20:07:59.128" v="392" actId="20577"/>
          <ac:spMkLst>
            <pc:docMk/>
            <pc:sldMk cId="0" sldId="389"/>
            <ac:spMk id="31747" creationId="{00000000-0000-0000-0000-000000000000}"/>
          </ac:spMkLst>
        </pc:spChg>
      </pc:sldChg>
      <pc:sldChg chg="modSp mod">
        <pc:chgData name="Anuj Yadav" userId="220797125c7c045c" providerId="LiveId" clId="{4B6542C3-BA4D-4E7F-82ED-B9A303455154}" dt="2026-04-22T20:08:14.632" v="397" actId="20577"/>
        <pc:sldMkLst>
          <pc:docMk/>
          <pc:sldMk cId="0" sldId="390"/>
        </pc:sldMkLst>
        <pc:spChg chg="mod">
          <ac:chgData name="Anuj Yadav" userId="220797125c7c045c" providerId="LiveId" clId="{4B6542C3-BA4D-4E7F-82ED-B9A303455154}" dt="2026-04-22T19:58:58.321" v="110" actId="20577"/>
          <ac:spMkLst>
            <pc:docMk/>
            <pc:sldMk cId="0" sldId="390"/>
            <ac:spMk id="2" creationId="{00000000-0000-0000-0000-000000000000}"/>
          </ac:spMkLst>
        </pc:spChg>
        <pc:spChg chg="mod">
          <ac:chgData name="Anuj Yadav" userId="220797125c7c045c" providerId="LiveId" clId="{4B6542C3-BA4D-4E7F-82ED-B9A303455154}" dt="2026-04-22T20:08:14.632" v="397" actId="20577"/>
          <ac:spMkLst>
            <pc:docMk/>
            <pc:sldMk cId="0" sldId="390"/>
            <ac:spMk id="32771" creationId="{00000000-0000-0000-0000-000000000000}"/>
          </ac:spMkLst>
        </pc:spChg>
      </pc:sldChg>
      <pc:sldChg chg="modSp mod">
        <pc:chgData name="Anuj Yadav" userId="220797125c7c045c" providerId="LiveId" clId="{4B6542C3-BA4D-4E7F-82ED-B9A303455154}" dt="2026-04-22T20:08:30.328" v="403" actId="20577"/>
        <pc:sldMkLst>
          <pc:docMk/>
          <pc:sldMk cId="0" sldId="391"/>
        </pc:sldMkLst>
        <pc:spChg chg="mod">
          <ac:chgData name="Anuj Yadav" userId="220797125c7c045c" providerId="LiveId" clId="{4B6542C3-BA4D-4E7F-82ED-B9A303455154}" dt="2026-04-22T19:59:52.804" v="150" actId="20577"/>
          <ac:spMkLst>
            <pc:docMk/>
            <pc:sldMk cId="0" sldId="391"/>
            <ac:spMk id="2" creationId="{00000000-0000-0000-0000-000000000000}"/>
          </ac:spMkLst>
        </pc:spChg>
        <pc:spChg chg="mod">
          <ac:chgData name="Anuj Yadav" userId="220797125c7c045c" providerId="LiveId" clId="{4B6542C3-BA4D-4E7F-82ED-B9A303455154}" dt="2026-04-22T20:08:30.328" v="403" actId="20577"/>
          <ac:spMkLst>
            <pc:docMk/>
            <pc:sldMk cId="0" sldId="391"/>
            <ac:spMk id="33795" creationId="{00000000-0000-0000-0000-000000000000}"/>
          </ac:spMkLst>
        </pc:spChg>
      </pc:sldChg>
      <pc:sldChg chg="modSp mod">
        <pc:chgData name="Anuj Yadav" userId="220797125c7c045c" providerId="LiveId" clId="{4B6542C3-BA4D-4E7F-82ED-B9A303455154}" dt="2026-04-22T20:08:46.467" v="410" actId="5793"/>
        <pc:sldMkLst>
          <pc:docMk/>
          <pc:sldMk cId="0" sldId="392"/>
        </pc:sldMkLst>
        <pc:spChg chg="mod">
          <ac:chgData name="Anuj Yadav" userId="220797125c7c045c" providerId="LiveId" clId="{4B6542C3-BA4D-4E7F-82ED-B9A303455154}" dt="2026-04-22T20:00:45.272" v="178" actId="20577"/>
          <ac:spMkLst>
            <pc:docMk/>
            <pc:sldMk cId="0" sldId="392"/>
            <ac:spMk id="2" creationId="{00000000-0000-0000-0000-000000000000}"/>
          </ac:spMkLst>
        </pc:spChg>
        <pc:spChg chg="mod">
          <ac:chgData name="Anuj Yadav" userId="220797125c7c045c" providerId="LiveId" clId="{4B6542C3-BA4D-4E7F-82ED-B9A303455154}" dt="2026-04-22T20:08:46.467" v="410" actId="5793"/>
          <ac:spMkLst>
            <pc:docMk/>
            <pc:sldMk cId="0" sldId="392"/>
            <ac:spMk id="34819" creationId="{00000000-0000-0000-0000-000000000000}"/>
          </ac:spMkLst>
        </pc:spChg>
      </pc:sldChg>
      <pc:sldChg chg="modSp mod">
        <pc:chgData name="Anuj Yadav" userId="220797125c7c045c" providerId="LiveId" clId="{4B6542C3-BA4D-4E7F-82ED-B9A303455154}" dt="2026-04-22T20:08:59.261" v="414" actId="20577"/>
        <pc:sldMkLst>
          <pc:docMk/>
          <pc:sldMk cId="0" sldId="393"/>
        </pc:sldMkLst>
        <pc:spChg chg="mod">
          <ac:chgData name="Anuj Yadav" userId="220797125c7c045c" providerId="LiveId" clId="{4B6542C3-BA4D-4E7F-82ED-B9A303455154}" dt="2026-04-22T20:08:59.261" v="414" actId="20577"/>
          <ac:spMkLst>
            <pc:docMk/>
            <pc:sldMk cId="0" sldId="393"/>
            <ac:spMk id="35843" creationId="{00000000-0000-0000-0000-000000000000}"/>
          </ac:spMkLst>
        </pc:spChg>
      </pc:sldChg>
      <pc:sldChg chg="modSp mod">
        <pc:chgData name="Anuj Yadav" userId="220797125c7c045c" providerId="LiveId" clId="{4B6542C3-BA4D-4E7F-82ED-B9A303455154}" dt="2026-04-22T20:09:08.745" v="418" actId="20577"/>
        <pc:sldMkLst>
          <pc:docMk/>
          <pc:sldMk cId="0" sldId="394"/>
        </pc:sldMkLst>
        <pc:spChg chg="mod">
          <ac:chgData name="Anuj Yadav" userId="220797125c7c045c" providerId="LiveId" clId="{4B6542C3-BA4D-4E7F-82ED-B9A303455154}" dt="2026-04-22T20:09:08.745" v="418" actId="20577"/>
          <ac:spMkLst>
            <pc:docMk/>
            <pc:sldMk cId="0" sldId="394"/>
            <ac:spMk id="36867" creationId="{00000000-0000-0000-0000-000000000000}"/>
          </ac:spMkLst>
        </pc:spChg>
      </pc:sldChg>
      <pc:sldChg chg="del">
        <pc:chgData name="Anuj Yadav" userId="220797125c7c045c" providerId="LiveId" clId="{4B6542C3-BA4D-4E7F-82ED-B9A303455154}" dt="2026-04-22T20:02:04.378" v="182" actId="2696"/>
        <pc:sldMkLst>
          <pc:docMk/>
          <pc:sldMk cId="0" sldId="395"/>
        </pc:sldMkLst>
      </pc:sldChg>
      <pc:sldChg chg="addSp delSp modSp new mod modClrScheme chgLayout">
        <pc:chgData name="Anuj Yadav" userId="220797125c7c045c" providerId="LiveId" clId="{4B6542C3-BA4D-4E7F-82ED-B9A303455154}" dt="2026-04-22T20:03:18.365" v="196" actId="700"/>
        <pc:sldMkLst>
          <pc:docMk/>
          <pc:sldMk cId="2282273086" sldId="395"/>
        </pc:sldMkLst>
        <pc:spChg chg="del mod ord">
          <ac:chgData name="Anuj Yadav" userId="220797125c7c045c" providerId="LiveId" clId="{4B6542C3-BA4D-4E7F-82ED-B9A303455154}" dt="2026-04-22T20:02:57.189" v="193" actId="700"/>
          <ac:spMkLst>
            <pc:docMk/>
            <pc:sldMk cId="2282273086" sldId="395"/>
            <ac:spMk id="2" creationId="{CDAD0453-DE67-049B-D747-FE81FC470DFD}"/>
          </ac:spMkLst>
        </pc:spChg>
        <pc:spChg chg="del mod">
          <ac:chgData name="Anuj Yadav" userId="220797125c7c045c" providerId="LiveId" clId="{4B6542C3-BA4D-4E7F-82ED-B9A303455154}" dt="2026-04-22T20:02:57.189" v="193" actId="700"/>
          <ac:spMkLst>
            <pc:docMk/>
            <pc:sldMk cId="2282273086" sldId="395"/>
            <ac:spMk id="3" creationId="{77F8B507-09B2-F733-9A1E-ED9047E20880}"/>
          </ac:spMkLst>
        </pc:spChg>
        <pc:spChg chg="mod ord">
          <ac:chgData name="Anuj Yadav" userId="220797125c7c045c" providerId="LiveId" clId="{4B6542C3-BA4D-4E7F-82ED-B9A303455154}" dt="2026-04-22T20:03:18.365" v="196" actId="700"/>
          <ac:spMkLst>
            <pc:docMk/>
            <pc:sldMk cId="2282273086" sldId="395"/>
            <ac:spMk id="4" creationId="{DA5AE682-9CDC-FF55-9C07-1A49B8BA56CF}"/>
          </ac:spMkLst>
        </pc:spChg>
        <pc:spChg chg="mod ord">
          <ac:chgData name="Anuj Yadav" userId="220797125c7c045c" providerId="LiveId" clId="{4B6542C3-BA4D-4E7F-82ED-B9A303455154}" dt="2026-04-22T20:03:18.365" v="196" actId="700"/>
          <ac:spMkLst>
            <pc:docMk/>
            <pc:sldMk cId="2282273086" sldId="395"/>
            <ac:spMk id="5" creationId="{CD431F41-299E-AA3A-4FEB-3DE17E5F3AE9}"/>
          </ac:spMkLst>
        </pc:spChg>
        <pc:spChg chg="mod ord">
          <ac:chgData name="Anuj Yadav" userId="220797125c7c045c" providerId="LiveId" clId="{4B6542C3-BA4D-4E7F-82ED-B9A303455154}" dt="2026-04-22T20:03:18.365" v="196" actId="700"/>
          <ac:spMkLst>
            <pc:docMk/>
            <pc:sldMk cId="2282273086" sldId="395"/>
            <ac:spMk id="6" creationId="{3BE52D71-6789-E100-C016-DBEE5EAC9F84}"/>
          </ac:spMkLst>
        </pc:spChg>
        <pc:spChg chg="add del mod ord">
          <ac:chgData name="Anuj Yadav" userId="220797125c7c045c" providerId="LiveId" clId="{4B6542C3-BA4D-4E7F-82ED-B9A303455154}" dt="2026-04-22T20:03:18.365" v="196" actId="700"/>
          <ac:spMkLst>
            <pc:docMk/>
            <pc:sldMk cId="2282273086" sldId="395"/>
            <ac:spMk id="7" creationId="{9FF8E518-53FF-1A9B-D322-6580D13A2D1F}"/>
          </ac:spMkLst>
        </pc:spChg>
      </pc:sldChg>
      <pc:sldChg chg="del">
        <pc:chgData name="Anuj Yadav" userId="220797125c7c045c" providerId="LiveId" clId="{4B6542C3-BA4D-4E7F-82ED-B9A303455154}" dt="2026-04-22T20:02:08.190" v="183" actId="2696"/>
        <pc:sldMkLst>
          <pc:docMk/>
          <pc:sldMk cId="0" sldId="397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eaLnBrk="1" hangingPunct="1">
              <a:defRPr sz="1300"/>
            </a:lvl1pPr>
          </a:lstStyle>
          <a:p>
            <a:pPr>
              <a:defRPr/>
            </a:pPr>
            <a:r>
              <a:rPr lang="en-US"/>
              <a:t>School of Engineering &amp; Technology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28125F27-7924-4326-A585-67C5CA7233D1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C7A100DB-4E74-4FB2-8ABD-7092DA3AF2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47186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eaLnBrk="1" hangingPunct="1">
              <a:defRPr sz="1300"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</a:lstStyle>
          <a:p>
            <a:pPr>
              <a:defRPr/>
            </a:pPr>
            <a:r>
              <a:rPr lang="en-US"/>
              <a:t>School of Engineering &amp; Technology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eaLnBrk="1" hangingPunct="1">
              <a:defRPr sz="1300"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</a:lstStyle>
          <a:p>
            <a:pPr>
              <a:defRPr/>
            </a:pPr>
            <a:fld id="{A5EF5327-60B6-4513-A97C-1D151EB3EB98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eaLnBrk="1" hangingPunct="1">
              <a:defRPr sz="1300"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31D0F6E7-57E6-4F82-B6DB-0B78967D4F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735173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5029200"/>
            <a:ext cx="5156200" cy="113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5029200"/>
            <a:ext cx="5156200" cy="113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1638300"/>
            <a:ext cx="2616200" cy="452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1638300"/>
            <a:ext cx="7696200" cy="452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390525"/>
            <a:ext cx="2925762" cy="8321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390525"/>
            <a:ext cx="8624888" cy="8321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1270000"/>
            <a:ext cx="5156200" cy="721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1270000"/>
            <a:ext cx="5156200" cy="721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390525"/>
            <a:ext cx="2925762" cy="80930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390525"/>
            <a:ext cx="8624888" cy="8093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7913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791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7913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791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50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9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35550" y="1409700"/>
            <a:ext cx="1466850" cy="668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5000" y="1409700"/>
            <a:ext cx="4248150" cy="668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50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9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35550" y="1409700"/>
            <a:ext cx="1466850" cy="668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5000" y="1409700"/>
            <a:ext cx="4248150" cy="668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54000"/>
            <a:ext cx="2925762" cy="845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54000"/>
            <a:ext cx="8624888" cy="8458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435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15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72400" y="2768600"/>
            <a:ext cx="19050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29800" y="2768600"/>
            <a:ext cx="19050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15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310483" y="2010741"/>
            <a:ext cx="299110" cy="299110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646238" y="1912938"/>
            <a:ext cx="90487" cy="90487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2037419" y="511855"/>
            <a:ext cx="10533888" cy="2093773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2037419" y="2631202"/>
            <a:ext cx="10533888" cy="2492587"/>
          </a:xfrm>
        </p:spPr>
        <p:txBody>
          <a:bodyPr tIns="0"/>
          <a:lstStyle>
            <a:lvl1pPr marL="39014" indent="0" algn="l">
              <a:buNone/>
              <a:defRPr sz="37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650230" indent="0" algn="ctr">
              <a:buNone/>
            </a:lvl2pPr>
            <a:lvl3pPr marL="1300460" indent="0" algn="ctr">
              <a:buNone/>
            </a:lvl3pPr>
            <a:lvl4pPr marL="1950690" indent="0" algn="ctr">
              <a:buNone/>
            </a:lvl4pPr>
            <a:lvl5pPr marL="2600919" indent="0" algn="ctr">
              <a:buNone/>
            </a:lvl5pPr>
            <a:lvl6pPr marL="3251149" indent="0" algn="ctr">
              <a:buNone/>
            </a:lvl6pPr>
            <a:lvl7pPr marL="3901379" indent="0" algn="ctr">
              <a:buNone/>
            </a:lvl7pPr>
            <a:lvl8pPr marL="4551609" indent="0" algn="ctr">
              <a:buNone/>
            </a:lvl8pPr>
            <a:lvl9pPr marL="5201839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B3BDEB5-21BE-4196-AA11-9092C303413C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7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C764944-C5B7-48D6-B1ED-F475B7EAAC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C64042A7-7EE0-4F71-BA51-7A1EB736E935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E2A515E-3E39-4365-9B98-DF96612078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46438" y="0"/>
            <a:ext cx="9753600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invGray">
          <a:xfrm>
            <a:off x="3251200" y="0"/>
            <a:ext cx="107950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89523" y="4003067"/>
            <a:ext cx="299110" cy="299110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424238" y="3905250"/>
            <a:ext cx="92075" cy="9048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7046" y="3698240"/>
            <a:ext cx="9103360" cy="3251200"/>
          </a:xfrm>
        </p:spPr>
        <p:txBody>
          <a:bodyPr anchor="t"/>
          <a:lstStyle>
            <a:lvl1pPr algn="l">
              <a:lnSpc>
                <a:spcPts val="6400"/>
              </a:lnSpc>
              <a:buNone/>
              <a:defRPr sz="5700" b="1" cap="all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67046" y="1517227"/>
            <a:ext cx="9103360" cy="2147146"/>
          </a:xfrm>
        </p:spPr>
        <p:txBody>
          <a:bodyPr anchor="b"/>
          <a:lstStyle>
            <a:lvl1pPr marL="26009" indent="0">
              <a:lnSpc>
                <a:spcPts val="3271"/>
              </a:lnSpc>
              <a:spcBef>
                <a:spcPts val="0"/>
              </a:spcBef>
              <a:buNone/>
              <a:defRPr sz="28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747BE73-9272-4E7D-BD0B-5B5123F9D54D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9B05125-ACAC-42EB-9BF3-18B31522FE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754" y="390144"/>
            <a:ext cx="10663936" cy="1625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41754" y="2167467"/>
            <a:ext cx="5201920" cy="6632448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800"/>
            </a:lvl3pPr>
            <a:lvl4pPr>
              <a:defRPr sz="2600"/>
            </a:lvl4pPr>
            <a:lvl5pPr>
              <a:defRPr sz="2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03770" y="2167467"/>
            <a:ext cx="5201920" cy="6632448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800"/>
            </a:lvl3pPr>
            <a:lvl4pPr>
              <a:defRPr sz="2600"/>
            </a:lvl4pPr>
            <a:lvl5pPr>
              <a:defRPr sz="2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7B8BA07-7811-470C-A03E-FF3137DA5A6E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D6FD9E8-0C80-4830-885A-F2D3695FD3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7339145"/>
            <a:ext cx="11704320" cy="1625600"/>
          </a:xfrm>
        </p:spPr>
        <p:txBody>
          <a:bodyPr/>
          <a:lstStyle>
            <a:lvl1pPr algn="ctr">
              <a:defRPr sz="6400" b="1" cap="none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240" y="466884"/>
            <a:ext cx="5722112" cy="910336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91032" indent="0" algn="l">
              <a:lnSpc>
                <a:spcPct val="100000"/>
              </a:lnSpc>
              <a:spcBef>
                <a:spcPts val="142"/>
              </a:spcBef>
              <a:buNone/>
              <a:defRPr sz="2700" b="0">
                <a:solidFill>
                  <a:schemeClr val="tx1"/>
                </a:solidFill>
              </a:defRPr>
            </a:lvl1pPr>
            <a:lvl2pPr>
              <a:buNone/>
              <a:defRPr sz="28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32448" y="466884"/>
            <a:ext cx="5722112" cy="910336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91032" indent="0" algn="l">
              <a:lnSpc>
                <a:spcPct val="100000"/>
              </a:lnSpc>
              <a:spcBef>
                <a:spcPts val="142"/>
              </a:spcBef>
              <a:buNone/>
              <a:defRPr sz="2700" b="0">
                <a:solidFill>
                  <a:schemeClr val="tx1"/>
                </a:solidFill>
              </a:defRPr>
            </a:lvl1pPr>
            <a:lvl2pPr>
              <a:buNone/>
              <a:defRPr sz="28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50240" y="1378611"/>
            <a:ext cx="5722112" cy="585216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559198" indent="-390138">
              <a:lnSpc>
                <a:spcPct val="100000"/>
              </a:lnSpc>
              <a:spcBef>
                <a:spcPts val="996"/>
              </a:spcBef>
              <a:defRPr sz="3400"/>
            </a:lvl1pPr>
            <a:lvl2pPr>
              <a:lnSpc>
                <a:spcPct val="100000"/>
              </a:lnSpc>
              <a:spcBef>
                <a:spcPts val="996"/>
              </a:spcBef>
              <a:defRPr sz="2800"/>
            </a:lvl2pPr>
            <a:lvl3pPr>
              <a:lnSpc>
                <a:spcPct val="100000"/>
              </a:lnSpc>
              <a:spcBef>
                <a:spcPts val="996"/>
              </a:spcBef>
              <a:defRPr sz="2600"/>
            </a:lvl3pPr>
            <a:lvl4pPr>
              <a:lnSpc>
                <a:spcPct val="100000"/>
              </a:lnSpc>
              <a:spcBef>
                <a:spcPts val="996"/>
              </a:spcBef>
              <a:defRPr sz="2300"/>
            </a:lvl4pPr>
            <a:lvl5pPr>
              <a:lnSpc>
                <a:spcPct val="100000"/>
              </a:lnSpc>
              <a:spcBef>
                <a:spcPts val="996"/>
              </a:spcBef>
              <a:defRPr sz="23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2448" y="1378611"/>
            <a:ext cx="5722112" cy="585216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559198" indent="-390138">
              <a:lnSpc>
                <a:spcPct val="100000"/>
              </a:lnSpc>
              <a:spcBef>
                <a:spcPts val="996"/>
              </a:spcBef>
              <a:defRPr sz="3400"/>
            </a:lvl1pPr>
            <a:lvl2pPr>
              <a:lnSpc>
                <a:spcPct val="100000"/>
              </a:lnSpc>
              <a:spcBef>
                <a:spcPts val="996"/>
              </a:spcBef>
              <a:defRPr sz="2800"/>
            </a:lvl2pPr>
            <a:lvl3pPr>
              <a:lnSpc>
                <a:spcPct val="100000"/>
              </a:lnSpc>
              <a:spcBef>
                <a:spcPts val="996"/>
              </a:spcBef>
              <a:defRPr sz="2600"/>
            </a:lvl3pPr>
            <a:lvl4pPr>
              <a:lnSpc>
                <a:spcPct val="100000"/>
              </a:lnSpc>
              <a:spcBef>
                <a:spcPts val="996"/>
              </a:spcBef>
              <a:defRPr sz="2300"/>
            </a:lvl4pPr>
            <a:lvl5pPr>
              <a:lnSpc>
                <a:spcPct val="100000"/>
              </a:lnSpc>
              <a:spcBef>
                <a:spcPts val="996"/>
              </a:spcBef>
              <a:defRPr sz="23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CFD344DF-F2D8-47D3-A1A2-F2BA0FADDC8A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5F8F286-D16D-4C14-B8C1-AEB3377F72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754" y="390144"/>
            <a:ext cx="10663936" cy="1625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989FE42-4D97-47DA-9957-FC4B88B7382D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35A1C867-080A-4421-B3AD-97329B9D26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3038" y="0"/>
            <a:ext cx="11561762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Rectangle 2"/>
          <p:cNvSpPr/>
          <p:nvPr/>
        </p:nvSpPr>
        <p:spPr bwMode="invGray">
          <a:xfrm>
            <a:off x="1443038" y="0"/>
            <a:ext cx="104775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BE39010-9E70-434F-A0A0-C5EA2E7FE0D2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55CA93D-A4F4-438E-AA12-7363D9CB7A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308307"/>
            <a:ext cx="5418667" cy="1652693"/>
          </a:xfrm>
          <a:ln>
            <a:noFill/>
          </a:ln>
        </p:spPr>
        <p:txBody>
          <a:bodyPr anchor="b"/>
          <a:lstStyle>
            <a:lvl1pPr algn="l">
              <a:lnSpc>
                <a:spcPts val="2844"/>
              </a:lnSpc>
              <a:buNone/>
              <a:defRPr sz="3100" b="1" cap="all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50240" y="2001016"/>
            <a:ext cx="5418667" cy="993422"/>
          </a:xfrm>
        </p:spPr>
        <p:txBody>
          <a:bodyPr/>
          <a:lstStyle>
            <a:lvl1pPr marL="65023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>
              <a:buNone/>
              <a:defRPr sz="1700"/>
            </a:lvl2pPr>
            <a:lvl3pPr>
              <a:buNone/>
              <a:defRPr sz="1400"/>
            </a:lvl3pPr>
            <a:lvl4pPr>
              <a:buNone/>
              <a:defRPr sz="1300"/>
            </a:lvl4pPr>
            <a:lvl5pPr>
              <a:buNone/>
              <a:defRPr sz="13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50240" y="3034454"/>
            <a:ext cx="11595947" cy="5678312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800"/>
            </a:lvl4pPr>
            <a:lvl5pPr>
              <a:defRPr sz="2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3528399-7386-45A7-8834-486F4B94D802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1526C98-457C-495A-885B-B51F77EFA8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83733" y="1517227"/>
            <a:ext cx="6502400" cy="65024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130046" tIns="390138" rIns="130046" bIns="65023">
            <a:normAutofit/>
          </a:bodyPr>
          <a:lstStyle/>
          <a:p>
            <a:pPr indent="-403143" eaLnBrk="1" hangingPunct="1">
              <a:lnSpc>
                <a:spcPts val="4267"/>
              </a:lnSpc>
              <a:spcBef>
                <a:spcPts val="853"/>
              </a:spcBef>
              <a:buClr>
                <a:schemeClr val="accent1"/>
              </a:buClr>
              <a:buSzPct val="80000"/>
              <a:buFont typeface="Wingdings 2"/>
              <a:buNone/>
              <a:defRPr/>
            </a:pPr>
            <a:endParaRPr lang="en-US" sz="4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Flowchart: Process 5"/>
          <p:cNvSpPr/>
          <p:nvPr/>
        </p:nvSpPr>
        <p:spPr>
          <a:xfrm rot="19468671">
            <a:off x="563563" y="1357313"/>
            <a:ext cx="976312" cy="290512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Flowchart: Process 6"/>
          <p:cNvSpPr/>
          <p:nvPr/>
        </p:nvSpPr>
        <p:spPr>
          <a:xfrm rot="2103354" flipH="1">
            <a:off x="7116763" y="1331913"/>
            <a:ext cx="922337" cy="290512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2474" y="1517227"/>
            <a:ext cx="3901440" cy="2817707"/>
          </a:xfrm>
        </p:spPr>
        <p:txBody>
          <a:bodyPr anchor="b">
            <a:noAutofit/>
          </a:bodyPr>
          <a:lstStyle>
            <a:lvl1pPr algn="l">
              <a:buNone/>
              <a:defRPr sz="3000" b="1"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2107" y="1625605"/>
            <a:ext cx="6285653" cy="4998444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tIns="390138">
            <a:normAutofit/>
          </a:bodyPr>
          <a:lstStyle>
            <a:lvl1pPr marL="0" indent="0" algn="l" eaLnBrk="1" latinLnBrk="0" hangingPunct="1">
              <a:buNone/>
              <a:defRPr sz="46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2107" y="6827520"/>
            <a:ext cx="6285653" cy="1083733"/>
          </a:xfrm>
        </p:spPr>
        <p:txBody>
          <a:bodyPr anchor="ctr"/>
          <a:lstStyle>
            <a:lvl1pPr marL="0" indent="0" algn="l">
              <a:lnSpc>
                <a:spcPts val="2276"/>
              </a:lnSpc>
              <a:spcBef>
                <a:spcPts val="0"/>
              </a:spcBef>
              <a:buNone/>
              <a:defRPr sz="2000">
                <a:solidFill>
                  <a:srgbClr val="777777"/>
                </a:solidFill>
              </a:defRPr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C5DB0DE-08A5-43FF-9FCD-FB364DA9D449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A0D714D2-3A5C-4C10-82C3-6BCA2647EE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395A56A-3571-4FE4-B376-55F94E1FCB76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2C08728-4636-4AE1-87CF-7D261829F0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3600" y="390598"/>
            <a:ext cx="2600960" cy="8322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390600"/>
            <a:ext cx="7911253" cy="8322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60AA1504-0073-45D4-9420-14AEEB73A9D9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580F4B8-5C48-49EB-A75F-18DE72FA2C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66.xml"/><Relationship Id="rId1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9.xml"/><Relationship Id="rId3" Type="http://schemas.openxmlformats.org/officeDocument/2006/relationships/slideLayout" Target="../slideLayouts/slideLayout80.xml"/><Relationship Id="rId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4.xml"/><Relationship Id="rId8" Type="http://schemas.openxmlformats.org/officeDocument/2006/relationships/slideLayout" Target="../slideLayouts/slideLayout85.xml"/><Relationship Id="rId9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88.xml"/><Relationship Id="rId12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0.xml"/><Relationship Id="rId2" Type="http://schemas.openxmlformats.org/officeDocument/2006/relationships/slideLayout" Target="../slideLayouts/slideLayout101.xml"/><Relationship Id="rId3" Type="http://schemas.openxmlformats.org/officeDocument/2006/relationships/slideLayout" Target="../slideLayouts/slideLayout102.xml"/><Relationship Id="rId4" Type="http://schemas.openxmlformats.org/officeDocument/2006/relationships/slideLayout" Target="../slideLayouts/slideLayout103.xml"/><Relationship Id="rId5" Type="http://schemas.openxmlformats.org/officeDocument/2006/relationships/slideLayout" Target="../slideLayouts/slideLayout104.xml"/><Relationship Id="rId6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106.xml"/><Relationship Id="rId8" Type="http://schemas.openxmlformats.org/officeDocument/2006/relationships/slideLayout" Target="../slideLayouts/slideLayout107.xml"/><Relationship Id="rId9" Type="http://schemas.openxmlformats.org/officeDocument/2006/relationships/slideLayout" Target="../slideLayouts/slideLayout108.xml"/><Relationship Id="rId10" Type="http://schemas.openxmlformats.org/officeDocument/2006/relationships/slideLayout" Target="../slideLayouts/slideLayout109.xml"/><Relationship Id="rId11" Type="http://schemas.openxmlformats.org/officeDocument/2006/relationships/slideLayout" Target="../slideLayouts/slideLayout110.xml"/><Relationship Id="rId12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12.xml"/><Relationship Id="rId3" Type="http://schemas.openxmlformats.org/officeDocument/2006/relationships/slideLayout" Target="../slideLayouts/slideLayout113.xml"/><Relationship Id="rId4" Type="http://schemas.openxmlformats.org/officeDocument/2006/relationships/slideLayout" Target="../slideLayouts/slideLayout114.xml"/><Relationship Id="rId5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17.xml"/><Relationship Id="rId8" Type="http://schemas.openxmlformats.org/officeDocument/2006/relationships/slideLayout" Target="../slideLayouts/slideLayout118.xml"/><Relationship Id="rId9" Type="http://schemas.openxmlformats.org/officeDocument/2006/relationships/slideLayout" Target="../slideLayouts/slideLayout119.xml"/><Relationship Id="rId10" Type="http://schemas.openxmlformats.org/officeDocument/2006/relationships/slideLayout" Target="../slideLayouts/slideLayout120.xml"/><Relationship Id="rId11" Type="http://schemas.openxmlformats.org/officeDocument/2006/relationships/slideLayout" Target="../slideLayouts/slideLayout121.xml"/><Relationship Id="rId12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2.xml"/><Relationship Id="rId2" Type="http://schemas.openxmlformats.org/officeDocument/2006/relationships/slideLayout" Target="../slideLayouts/slideLayout123.xml"/><Relationship Id="rId3" Type="http://schemas.openxmlformats.org/officeDocument/2006/relationships/slideLayout" Target="../slideLayouts/slideLayout124.xml"/><Relationship Id="rId4" Type="http://schemas.openxmlformats.org/officeDocument/2006/relationships/slideLayout" Target="../slideLayouts/slideLayout125.xml"/><Relationship Id="rId5" Type="http://schemas.openxmlformats.org/officeDocument/2006/relationships/slideLayout" Target="../slideLayouts/slideLayout126.xml"/><Relationship Id="rId6" Type="http://schemas.openxmlformats.org/officeDocument/2006/relationships/slideLayout" Target="../slideLayouts/slideLayout127.xml"/><Relationship Id="rId7" Type="http://schemas.openxmlformats.org/officeDocument/2006/relationships/slideLayout" Target="../slideLayouts/slideLayout128.xml"/><Relationship Id="rId8" Type="http://schemas.openxmlformats.org/officeDocument/2006/relationships/slideLayout" Target="../slideLayouts/slideLayout129.xml"/><Relationship Id="rId9" Type="http://schemas.openxmlformats.org/officeDocument/2006/relationships/slideLayout" Target="../slideLayouts/slideLayout130.xml"/><Relationship Id="rId10" Type="http://schemas.openxmlformats.org/officeDocument/2006/relationships/slideLayout" Target="../slideLayouts/slideLayout131.xml"/><Relationship Id="rId11" Type="http://schemas.openxmlformats.org/officeDocument/2006/relationships/slideLayout" Target="../slideLayouts/slideLayout132.xml"/><Relationship Id="rId12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3.xml"/><Relationship Id="rId2" Type="http://schemas.openxmlformats.org/officeDocument/2006/relationships/slideLayout" Target="../slideLayouts/slideLayout134.xml"/><Relationship Id="rId3" Type="http://schemas.openxmlformats.org/officeDocument/2006/relationships/slideLayout" Target="../slideLayouts/slideLayout135.xml"/><Relationship Id="rId4" Type="http://schemas.openxmlformats.org/officeDocument/2006/relationships/slideLayout" Target="../slideLayouts/slideLayout136.xml"/><Relationship Id="rId5" Type="http://schemas.openxmlformats.org/officeDocument/2006/relationships/slideLayout" Target="../slideLayouts/slideLayout137.xml"/><Relationship Id="rId6" Type="http://schemas.openxmlformats.org/officeDocument/2006/relationships/slideLayout" Target="../slideLayouts/slideLayout138.xml"/><Relationship Id="rId7" Type="http://schemas.openxmlformats.org/officeDocument/2006/relationships/slideLayout" Target="../slideLayouts/slideLayout139.xml"/><Relationship Id="rId8" Type="http://schemas.openxmlformats.org/officeDocument/2006/relationships/slideLayout" Target="../slideLayouts/slideLayout140.xml"/><Relationship Id="rId9" Type="http://schemas.openxmlformats.org/officeDocument/2006/relationships/slideLayout" Target="../slideLayouts/slideLayout141.xml"/><Relationship Id="rId10" Type="http://schemas.openxmlformats.org/officeDocument/2006/relationships/slideLayout" Target="../slideLayouts/slideLayout142.xml"/><Relationship Id="rId11" Type="http://schemas.openxmlformats.org/officeDocument/2006/relationships/slideLayout" Target="../slideLayouts/slideLayout143.xml"/><Relationship Id="rId12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4.xml"/><Relationship Id="rId2" Type="http://schemas.openxmlformats.org/officeDocument/2006/relationships/slideLayout" Target="../slideLayouts/slideLayout145.xml"/><Relationship Id="rId3" Type="http://schemas.openxmlformats.org/officeDocument/2006/relationships/slideLayout" Target="../slideLayouts/slideLayout146.xml"/><Relationship Id="rId4" Type="http://schemas.openxmlformats.org/officeDocument/2006/relationships/slideLayout" Target="../slideLayouts/slideLayout147.xml"/><Relationship Id="rId5" Type="http://schemas.openxmlformats.org/officeDocument/2006/relationships/slideLayout" Target="../slideLayouts/slideLayout148.xml"/><Relationship Id="rId6" Type="http://schemas.openxmlformats.org/officeDocument/2006/relationships/slideLayout" Target="../slideLayouts/slideLayout149.xml"/><Relationship Id="rId7" Type="http://schemas.openxmlformats.org/officeDocument/2006/relationships/slideLayout" Target="../slideLayouts/slideLayout150.xml"/><Relationship Id="rId8" Type="http://schemas.openxmlformats.org/officeDocument/2006/relationships/slideLayout" Target="../slideLayouts/slideLayout151.xml"/><Relationship Id="rId9" Type="http://schemas.openxmlformats.org/officeDocument/2006/relationships/slideLayout" Target="../slideLayouts/slideLayout152.xml"/><Relationship Id="rId10" Type="http://schemas.openxmlformats.org/officeDocument/2006/relationships/slideLayout" Target="../slideLayouts/slideLayout153.xml"/><Relationship Id="rId11" Type="http://schemas.openxmlformats.org/officeDocument/2006/relationships/slideLayout" Target="../slideLayouts/slideLayout154.xml"/><Relationship Id="rId12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slideLayout" Target="../slideLayouts/slideLayout156.xml"/><Relationship Id="rId3" Type="http://schemas.openxmlformats.org/officeDocument/2006/relationships/slideLayout" Target="../slideLayouts/slideLayout157.xml"/><Relationship Id="rId4" Type="http://schemas.openxmlformats.org/officeDocument/2006/relationships/slideLayout" Target="../slideLayouts/slideLayout158.xml"/><Relationship Id="rId5" Type="http://schemas.openxmlformats.org/officeDocument/2006/relationships/slideLayout" Target="../slideLayouts/slideLayout159.xml"/><Relationship Id="rId6" Type="http://schemas.openxmlformats.org/officeDocument/2006/relationships/slideLayout" Target="../slideLayouts/slideLayout160.xml"/><Relationship Id="rId7" Type="http://schemas.openxmlformats.org/officeDocument/2006/relationships/slideLayout" Target="../slideLayouts/slideLayout161.xml"/><Relationship Id="rId8" Type="http://schemas.openxmlformats.org/officeDocument/2006/relationships/slideLayout" Target="../slideLayouts/slideLayout162.xml"/><Relationship Id="rId9" Type="http://schemas.openxmlformats.org/officeDocument/2006/relationships/slideLayout" Target="../slideLayouts/slideLayout163.xml"/><Relationship Id="rId10" Type="http://schemas.openxmlformats.org/officeDocument/2006/relationships/slideLayout" Target="../slideLayouts/slideLayout164.xml"/><Relationship Id="rId11" Type="http://schemas.openxmlformats.org/officeDocument/2006/relationships/slideLayout" Target="../slideLayouts/slideLayout165.xml"/><Relationship Id="rId12" Type="http://schemas.openxmlformats.org/officeDocument/2006/relationships/theme" Target="../theme/theme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5029200"/>
            <a:ext cx="10464800" cy="1130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1638300"/>
            <a:ext cx="104648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1" r:id="rId1"/>
    <p:sldLayoutId id="2147484222" r:id="rId2"/>
    <p:sldLayoutId id="2147484223" r:id="rId3"/>
    <p:sldLayoutId id="2147484224" r:id="rId4"/>
    <p:sldLayoutId id="2147484225" r:id="rId5"/>
    <p:sldLayoutId id="2147484226" r:id="rId6"/>
    <p:sldLayoutId id="2147484227" r:id="rId7"/>
    <p:sldLayoutId id="2147484228" r:id="rId8"/>
    <p:sldLayoutId id="2147484229" r:id="rId9"/>
    <p:sldLayoutId id="2147484230" r:id="rId10"/>
    <p:sldLayoutId id="2147484231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104648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2" r:id="rId1"/>
    <p:sldLayoutId id="2147484233" r:id="rId2"/>
    <p:sldLayoutId id="2147484234" r:id="rId3"/>
    <p:sldLayoutId id="2147484235" r:id="rId4"/>
    <p:sldLayoutId id="2147484236" r:id="rId5"/>
    <p:sldLayoutId id="2147484237" r:id="rId6"/>
    <p:sldLayoutId id="2147484238" r:id="rId7"/>
    <p:sldLayoutId id="2147484239" r:id="rId8"/>
    <p:sldLayoutId id="2147484240" r:id="rId9"/>
    <p:sldLayoutId id="2147484241" r:id="rId10"/>
    <p:sldLayoutId id="2147484242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38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827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27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1717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16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0734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306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878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450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243" r:id="rId1"/>
    <p:sldLayoutId id="2147484244" r:id="rId2"/>
    <p:sldLayoutId id="2147484245" r:id="rId3"/>
    <p:sldLayoutId id="2147484246" r:id="rId4"/>
    <p:sldLayoutId id="2147484247" r:id="rId5"/>
    <p:sldLayoutId id="2147484248" r:id="rId6"/>
    <p:sldLayoutId id="2147484249" r:id="rId7"/>
    <p:sldLayoutId id="2147484250" r:id="rId8"/>
    <p:sldLayoutId id="2147484251" r:id="rId9"/>
    <p:sldLayoutId id="2147484252" r:id="rId10"/>
    <p:sldLayoutId id="2147484253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89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333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78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222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67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1242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814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40386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958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1270000"/>
            <a:ext cx="10464800" cy="7213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4" r:id="rId1"/>
    <p:sldLayoutId id="2147484255" r:id="rId2"/>
    <p:sldLayoutId id="2147484256" r:id="rId3"/>
    <p:sldLayoutId id="2147484257" r:id="rId4"/>
    <p:sldLayoutId id="2147484258" r:id="rId5"/>
    <p:sldLayoutId id="2147484259" r:id="rId6"/>
    <p:sldLayoutId id="2147484260" r:id="rId7"/>
    <p:sldLayoutId id="2147484261" r:id="rId8"/>
    <p:sldLayoutId id="2147484262" r:id="rId9"/>
    <p:sldLayoutId id="2147484263" r:id="rId10"/>
    <p:sldLayoutId id="2147484264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38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827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27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1717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16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0734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306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878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450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7366000"/>
            <a:ext cx="10464800" cy="1701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65" r:id="rId1"/>
    <p:sldLayoutId id="2147484266" r:id="rId2"/>
    <p:sldLayoutId id="2147484267" r:id="rId3"/>
    <p:sldLayoutId id="2147484268" r:id="rId4"/>
    <p:sldLayoutId id="2147484269" r:id="rId5"/>
    <p:sldLayoutId id="2147484270" r:id="rId6"/>
    <p:sldLayoutId id="2147484271" r:id="rId7"/>
    <p:sldLayoutId id="2147484272" r:id="rId8"/>
    <p:sldLayoutId id="2147484273" r:id="rId9"/>
    <p:sldLayoutId id="2147484274" r:id="rId10"/>
    <p:sldLayoutId id="2147484275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7366000"/>
            <a:ext cx="10464800" cy="1701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76" r:id="rId1"/>
    <p:sldLayoutId id="2147484277" r:id="rId2"/>
    <p:sldLayoutId id="2147484278" r:id="rId3"/>
    <p:sldLayoutId id="2147484279" r:id="rId4"/>
    <p:sldLayoutId id="2147484280" r:id="rId5"/>
    <p:sldLayoutId id="2147484281" r:id="rId6"/>
    <p:sldLayoutId id="2147484282" r:id="rId7"/>
    <p:sldLayoutId id="2147484283" r:id="rId8"/>
    <p:sldLayoutId id="2147484284" r:id="rId9"/>
    <p:sldLayoutId id="2147484285" r:id="rId10"/>
    <p:sldLayoutId id="2147484286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0" y="4787900"/>
            <a:ext cx="58674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5000" y="1409700"/>
            <a:ext cx="58674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87" r:id="rId1"/>
    <p:sldLayoutId id="2147484288" r:id="rId2"/>
    <p:sldLayoutId id="2147484289" r:id="rId3"/>
    <p:sldLayoutId id="2147484290" r:id="rId4"/>
    <p:sldLayoutId id="2147484291" r:id="rId5"/>
    <p:sldLayoutId id="2147484292" r:id="rId6"/>
    <p:sldLayoutId id="2147484293" r:id="rId7"/>
    <p:sldLayoutId id="2147484294" r:id="rId8"/>
    <p:sldLayoutId id="2147484295" r:id="rId9"/>
    <p:sldLayoutId id="2147484296" r:id="rId10"/>
    <p:sldLayoutId id="2147484297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0" y="4787900"/>
            <a:ext cx="58674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5000" y="1409700"/>
            <a:ext cx="58674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98" r:id="rId1"/>
    <p:sldLayoutId id="2147484299" r:id="rId2"/>
    <p:sldLayoutId id="2147484300" r:id="rId3"/>
    <p:sldLayoutId id="2147484301" r:id="rId4"/>
    <p:sldLayoutId id="2147484302" r:id="rId5"/>
    <p:sldLayoutId id="2147484303" r:id="rId6"/>
    <p:sldLayoutId id="2147484304" r:id="rId7"/>
    <p:sldLayoutId id="2147484305" r:id="rId8"/>
    <p:sldLayoutId id="2147484306" r:id="rId9"/>
    <p:sldLayoutId id="2147484307" r:id="rId10"/>
    <p:sldLayoutId id="2147484308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09" r:id="rId1"/>
    <p:sldLayoutId id="2147484310" r:id="rId2"/>
    <p:sldLayoutId id="2147484311" r:id="rId3"/>
    <p:sldLayoutId id="2147484312" r:id="rId4"/>
    <p:sldLayoutId id="2147484313" r:id="rId5"/>
    <p:sldLayoutId id="2147484314" r:id="rId6"/>
    <p:sldLayoutId id="2147484315" r:id="rId7"/>
    <p:sldLayoutId id="2147484316" r:id="rId8"/>
    <p:sldLayoutId id="2147484317" r:id="rId9"/>
    <p:sldLayoutId id="2147484318" r:id="rId10"/>
    <p:sldLayoutId id="2147484319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89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333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78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222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67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1242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814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40386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958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971800"/>
            <a:ext cx="10464800" cy="3810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20" r:id="rId1"/>
    <p:sldLayoutId id="2147484321" r:id="rId2"/>
    <p:sldLayoutId id="2147484322" r:id="rId3"/>
    <p:sldLayoutId id="2147484323" r:id="rId4"/>
    <p:sldLayoutId id="2147484324" r:id="rId5"/>
    <p:sldLayoutId id="2147484325" r:id="rId6"/>
    <p:sldLayoutId id="2147484326" r:id="rId7"/>
    <p:sldLayoutId id="2147484327" r:id="rId8"/>
    <p:sldLayoutId id="2147484328" r:id="rId9"/>
    <p:sldLayoutId id="2147484329" r:id="rId10"/>
    <p:sldLayoutId id="2147484330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50419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31" r:id="rId1"/>
    <p:sldLayoutId id="2147484332" r:id="rId2"/>
    <p:sldLayoutId id="2147484333" r:id="rId3"/>
    <p:sldLayoutId id="2147484334" r:id="rId4"/>
    <p:sldLayoutId id="2147484335" r:id="rId5"/>
    <p:sldLayoutId id="2147484336" r:id="rId6"/>
    <p:sldLayoutId id="2147484337" r:id="rId7"/>
    <p:sldLayoutId id="2147484338" r:id="rId8"/>
    <p:sldLayoutId id="2147484339" r:id="rId9"/>
    <p:sldLayoutId id="2147484340" r:id="rId10"/>
    <p:sldLayoutId id="2147484341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4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3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6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104648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42" r:id="rId1"/>
    <p:sldLayoutId id="2147484343" r:id="rId2"/>
    <p:sldLayoutId id="2147484344" r:id="rId3"/>
    <p:sldLayoutId id="2147484345" r:id="rId4"/>
    <p:sldLayoutId id="2147484346" r:id="rId5"/>
    <p:sldLayoutId id="2147484347" r:id="rId6"/>
    <p:sldLayoutId id="2147484348" r:id="rId7"/>
    <p:sldLayoutId id="2147484349" r:id="rId8"/>
    <p:sldLayoutId id="2147484350" r:id="rId9"/>
    <p:sldLayoutId id="2147484351" r:id="rId10"/>
    <p:sldLayoutId id="2147484352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4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3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6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772400" y="2768600"/>
            <a:ext cx="39624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53" r:id="rId1"/>
    <p:sldLayoutId id="2147484354" r:id="rId2"/>
    <p:sldLayoutId id="2147484355" r:id="rId3"/>
    <p:sldLayoutId id="2147484356" r:id="rId4"/>
    <p:sldLayoutId id="2147484357" r:id="rId5"/>
    <p:sldLayoutId id="2147484358" r:id="rId6"/>
    <p:sldLayoutId id="2147484359" r:id="rId7"/>
    <p:sldLayoutId id="2147484360" r:id="rId8"/>
    <p:sldLayoutId id="2147484361" r:id="rId9"/>
    <p:sldLayoutId id="2147484362" r:id="rId10"/>
    <p:sldLayoutId id="2147484363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4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3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6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50419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64" r:id="rId1"/>
    <p:sldLayoutId id="2147484365" r:id="rId2"/>
    <p:sldLayoutId id="2147484366" r:id="rId3"/>
    <p:sldLayoutId id="2147484367" r:id="rId4"/>
    <p:sldLayoutId id="2147484368" r:id="rId5"/>
    <p:sldLayoutId id="2147484369" r:id="rId6"/>
    <p:sldLayoutId id="2147484370" r:id="rId7"/>
    <p:sldLayoutId id="2147484371" r:id="rId8"/>
    <p:sldLayoutId id="2147484372" r:id="rId9"/>
    <p:sldLayoutId id="2147484373" r:id="rId10"/>
    <p:sldLayoutId id="2147484374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4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3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6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1160463" y="-1160463"/>
            <a:ext cx="2330451" cy="2330451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39713" y="30163"/>
            <a:ext cx="2420937" cy="242093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1" name="Donut 10"/>
          <p:cNvSpPr/>
          <p:nvPr/>
        </p:nvSpPr>
        <p:spPr>
          <a:xfrm rot="2315675">
            <a:off x="260098" y="1500554"/>
            <a:ext cx="1601020" cy="1568176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439863" y="0"/>
            <a:ext cx="11564937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2041525" y="390525"/>
            <a:ext cx="10664825" cy="1625600"/>
          </a:xfrm>
          <a:prstGeom prst="rect">
            <a:avLst/>
          </a:prstGeom>
        </p:spPr>
        <p:txBody>
          <a:bodyPr lIns="130046" tIns="65023" rIns="130046" bIns="65023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345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2041525" y="2058988"/>
            <a:ext cx="10664825" cy="682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</p:spPr>
        <p:txBody>
          <a:bodyPr lIns="130046" tIns="65023" rIns="130046" bIns="65023" anchor="b"/>
          <a:lstStyle>
            <a:lvl1pPr algn="r" eaLnBrk="1" latinLnBrk="0" hangingPunct="1">
              <a:defRPr kumimoji="0" sz="1700" smtClean="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fld id="{DF934E36-D68C-41C0-B698-58393200FF86}" type="datetimeFigureOut">
              <a:rPr lang="en-US"/>
              <a:pPr>
                <a:defRPr/>
              </a:pPr>
              <a:t>4/23/2026</a:t>
            </a:fld>
            <a:endParaRPr lang="en-US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</p:spPr>
        <p:txBody>
          <a:bodyPr lIns="130046" tIns="65023" rIns="130046" bIns="65023" anchor="b"/>
          <a:lstStyle>
            <a:lvl1pPr eaLnBrk="1" latinLnBrk="0" hangingPunct="1">
              <a:defRPr kumimoji="0" sz="1700">
                <a:solidFill>
                  <a:schemeClr val="bg2">
                    <a:shade val="50000"/>
                  </a:schemeClr>
                </a:solidFill>
                <a:effectLst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</p:spPr>
        <p:txBody>
          <a:bodyPr lIns="130046" tIns="65023" rIns="130046" bIns="65023" anchor="b"/>
          <a:lstStyle>
            <a:lvl1pPr algn="ctr" eaLnBrk="1" latinLnBrk="0" hangingPunct="1">
              <a:defRPr kumimoji="0" sz="1700" smtClean="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>
              <a:defRPr/>
            </a:pPr>
            <a:fld id="{0AF91225-6B8A-4A10-AFA6-F845D109664A}" type="slidenum">
              <a:rPr lang="en-US"/>
              <a:pPr>
                <a:defRPr/>
              </a:pPr>
              <a:t>‹#›</a:t>
            </a:fld>
            <a:endParaRPr lang="en-US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443038" y="0"/>
            <a:ext cx="104775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75" r:id="rId1"/>
    <p:sldLayoutId id="2147484376" r:id="rId2"/>
    <p:sldLayoutId id="2147484377" r:id="rId3"/>
    <p:sldLayoutId id="2147484378" r:id="rId4"/>
    <p:sldLayoutId id="2147484379" r:id="rId5"/>
    <p:sldLayoutId id="2147484380" r:id="rId6"/>
    <p:sldLayoutId id="2147484381" r:id="rId7"/>
    <p:sldLayoutId id="2147484382" r:id="rId8"/>
    <p:sldLayoutId id="2147484383" r:id="rId9"/>
    <p:sldLayoutId id="2147484384" r:id="rId10"/>
    <p:sldLayoutId id="2147484385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61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9pPr>
      <a:extLst/>
    </p:titleStyle>
    <p:bodyStyle>
      <a:lvl1pPr marL="519113" indent="-401638" algn="l" rtl="0" fontAlgn="base">
        <a:spcBef>
          <a:spcPts val="8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4600" kern="1200">
          <a:solidFill>
            <a:schemeClr val="tx1"/>
          </a:solidFill>
          <a:latin typeface="+mn-lt"/>
          <a:ea typeface="+mn-ea"/>
          <a:cs typeface="+mn-cs"/>
        </a:defRPr>
      </a:lvl1pPr>
      <a:lvl2pPr marL="909638" indent="-336550" algn="l" rtl="0" fontAlgn="base">
        <a:spcBef>
          <a:spcPts val="788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260475" indent="-32385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1560513" indent="-246063" algn="l" rtl="0" fontAlgn="base">
        <a:spcBef>
          <a:spcPct val="20000"/>
        </a:spcBef>
        <a:spcAft>
          <a:spcPct val="0"/>
        </a:spcAft>
        <a:buClr>
          <a:srgbClr val="C32D2E"/>
        </a:buClr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6263" indent="-258763" algn="l" rtl="0" fontAlgn="base">
        <a:spcBef>
          <a:spcPct val="20000"/>
        </a:spcBef>
        <a:spcAft>
          <a:spcPct val="0"/>
        </a:spcAft>
        <a:buClr>
          <a:srgbClr val="84AA33"/>
        </a:buClr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145758" indent="-260092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4864" indent="-260092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2730965" indent="-260092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030071" indent="-260092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4"/>
          <p:cNvPicPr>
            <a:picLocks noChangeAspect="1" noChangeArrowheads="1"/>
          </p:cNvPicPr>
          <p:nvPr/>
        </p:nvPicPr>
        <p:blipFill>
          <a:blip r:embed="rId2"/>
          <a:srcRect t="18021" b="16660"/>
          <a:stretch>
            <a:fillRect/>
          </a:stretch>
        </p:blipFill>
        <p:spPr bwMode="auto">
          <a:xfrm>
            <a:off x="4273550" y="304800"/>
            <a:ext cx="5048250" cy="196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3"/>
          <p:cNvSpPr txBox="1">
            <a:spLocks noChangeArrowheads="1"/>
          </p:cNvSpPr>
          <p:nvPr/>
        </p:nvSpPr>
        <p:spPr bwMode="auto">
          <a:xfrm>
            <a:off x="1676400" y="2270125"/>
            <a:ext cx="10693400" cy="1143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+mj-lt"/>
                <a:ea typeface="+mj-ea"/>
                <a:cs typeface="+mj-cs"/>
                <a:sym typeface="Gill San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>
              <a:defRPr/>
            </a:pPr>
            <a:br>
              <a:rPr lang="en-US" altLang="en-US" sz="4200" b="1" kern="0" dirty="0">
                <a:solidFill>
                  <a:srgbClr val="C00000"/>
                </a:solidFill>
                <a:latin typeface="Calibri" panose="020F0502020204030204" pitchFamily="34" charset="0"/>
              </a:rPr>
            </a:br>
            <a:br>
              <a:rPr lang="en-US" altLang="en-US" sz="4200" b="1" kern="0" dirty="0">
                <a:solidFill>
                  <a:srgbClr val="C00000"/>
                </a:solidFill>
                <a:latin typeface="Calibri" panose="020F0502020204030204" pitchFamily="34" charset="0"/>
              </a:rPr>
            </a:br>
            <a:r>
              <a:rPr lang="en-US" altLang="en-US" sz="4200" b="1" kern="0" dirty="0">
                <a:solidFill>
                  <a:schemeClr val="accent5">
                    <a:lumMod val="25000"/>
                  </a:schemeClr>
                </a:solidFill>
                <a:latin typeface="Calibri" panose="020F0502020204030204" pitchFamily="34" charset="0"/>
              </a:rPr>
              <a:t>Talentoid</a:t>
            </a:r>
          </a:p>
          <a:p>
            <a:pPr>
              <a:defRPr/>
            </a:pPr>
            <a:r>
              <a:rPr lang="en-US" altLang="en-US" sz="4200" b="1" kern="0" dirty="0">
                <a:solidFill>
                  <a:schemeClr val="accent5">
                    <a:lumMod val="25000"/>
                  </a:schemeClr>
                </a:solidFill>
                <a:latin typeface="Calibri" panose="020F0502020204030204" pitchFamily="34" charset="0"/>
              </a:rPr>
              <a:t>Jagran School of Computer Application</a:t>
            </a:r>
            <a:br>
              <a:rPr lang="en-US" altLang="en-US" sz="4200" b="1" kern="0" dirty="0">
                <a:solidFill>
                  <a:srgbClr val="FF0000"/>
                </a:solidFill>
                <a:latin typeface="Calibri" panose="020F0502020204030204" pitchFamily="34" charset="0"/>
              </a:rPr>
            </a:br>
            <a:r>
              <a:rPr lang="en-US" altLang="en-US" sz="4200" b="1" kern="0" dirty="0">
                <a:solidFill>
                  <a:srgbClr val="C00000"/>
                </a:solidFill>
                <a:latin typeface="Calibri" panose="020F0502020204030204" pitchFamily="34" charset="0"/>
              </a:rPr>
              <a:t>                                                            </a:t>
            </a:r>
            <a:br>
              <a:rPr lang="en-US" altLang="en-US" sz="4200" b="1" kern="0" dirty="0">
                <a:solidFill>
                  <a:srgbClr val="C00000"/>
                </a:solidFill>
                <a:latin typeface="Calibri" panose="020F0502020204030204" pitchFamily="34" charset="0"/>
              </a:rPr>
            </a:br>
            <a:endParaRPr lang="en-US" altLang="en-US" sz="4200" b="1" kern="0" dirty="0">
              <a:solidFill>
                <a:srgbClr val="0033CC"/>
              </a:solidFill>
              <a:latin typeface="Calibri" panose="020F0502020204030204" pitchFamily="34" charset="0"/>
            </a:endParaRPr>
          </a:p>
        </p:txBody>
      </p:sp>
      <p:sp>
        <p:nvSpPr>
          <p:cNvPr id="26630" name="TextBox 11"/>
          <p:cNvSpPr txBox="1">
            <a:spLocks noChangeArrowheads="1"/>
          </p:cNvSpPr>
          <p:nvPr/>
        </p:nvSpPr>
        <p:spPr bwMode="auto">
          <a:xfrm>
            <a:off x="2997200" y="4107359"/>
            <a:ext cx="8168198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400" b="1" dirty="0"/>
              <a:t>AI- based Resume Ranking System</a:t>
            </a:r>
          </a:p>
        </p:txBody>
      </p:sp>
      <p:sp>
        <p:nvSpPr>
          <p:cNvPr id="26631" name="TextBox 12"/>
          <p:cNvSpPr txBox="1">
            <a:spLocks noChangeArrowheads="1"/>
          </p:cNvSpPr>
          <p:nvPr/>
        </p:nvSpPr>
        <p:spPr bwMode="auto">
          <a:xfrm>
            <a:off x="1473200" y="6662738"/>
            <a:ext cx="508402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Under the Supervision of:</a:t>
            </a: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Asst. prof. Priyank Dubey</a:t>
            </a: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Dept. of CSE, </a:t>
            </a: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JLU-FAST</a:t>
            </a:r>
          </a:p>
          <a:p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32" name="TextBox 13"/>
          <p:cNvSpPr txBox="1">
            <a:spLocks noChangeArrowheads="1"/>
          </p:cNvSpPr>
          <p:nvPr/>
        </p:nvSpPr>
        <p:spPr bwMode="auto">
          <a:xfrm>
            <a:off x="8080375" y="6629400"/>
            <a:ext cx="4481483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Anuj Yadav (Jlu08469)</a:t>
            </a: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Aryan Soni (Jlu07925)</a:t>
            </a:r>
          </a:p>
          <a:p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Introduction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041525" y="2058988"/>
            <a:ext cx="10664825" cy="4799012"/>
          </a:xfrm>
        </p:spPr>
        <p:txBody>
          <a:bodyPr/>
          <a:lstStyle/>
          <a:p>
            <a:r>
              <a:t>What is Talentoid?</a:t>
            </a:r>
          </a:p>
          <a:p/>
          <a:p>
            <a:r>
              <a:t> Talentoid is an AI-powered resume intelligence platform that automates the candidate screening and job-matching process.</a:t>
            </a:r>
          </a:p>
          <a:p/>
          <a:p>
            <a:r>
              <a:t>The Problem:</a:t>
            </a:r>
          </a:p>
          <a:p/>
          <a:p>
            <a:r>
              <a:t> Recruiters spend 23 seconds on average reading a resume</a:t>
            </a:r>
          </a:p>
          <a:p>
            <a:r>
              <a:t> Keyword-only ATS systems miss qualified candidates</a:t>
            </a:r>
          </a:p>
          <a:p>
            <a:r>
              <a:t> Job seekers struggle to identify the right roles for their skill set</a:t>
            </a:r>
          </a:p>
          <a:p/>
          <a:p>
            <a:r>
              <a:t>Our Solution:</a:t>
            </a:r>
          </a:p>
          <a:p/>
          <a:p>
            <a:r>
              <a:t> Sentence-BERT semantic embeddings replace simple keyword matching</a:t>
            </a:r>
          </a:p>
          <a:p>
            <a:r>
              <a:t> Hybrid scoring model: Semantic (50%) + Skills (35%) + Experience (15%)</a:t>
            </a:r>
          </a:p>
          <a:p>
            <a:r>
              <a:t> Dual interface – Recruiter View &amp; Candidate View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120847-0DEC-4B56-AF04-E1606A8495B6}" type="slidenum">
              <a:rPr lang="en-US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Problem Statement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Traditional resume screening is manual, slow, and biased</a:t>
            </a:r>
          </a:p>
          <a:p/>
          <a:p>
            <a:r>
              <a:t> Keyword-based ATS filters reject 75% of qualified applicants</a:t>
            </a:r>
          </a:p>
          <a:p/>
          <a:p>
            <a:r>
              <a:t> Recruiters spend 40%+ of hiring time on initial screening alone</a:t>
            </a:r>
          </a:p>
          <a:p/>
          <a:p>
            <a:r>
              <a:t> Candidates lack transparent feedback on why they were rejected</a:t>
            </a:r>
          </a:p>
          <a:p/>
          <a:p>
            <a:r>
              <a:t> No existing lightweight tool combines semantic NLP + skill gap analysis in a single open-source, offline platform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DF365F-2B4E-4D13-91A1-3D0777D92EAD}" type="slidenum">
              <a:rPr lang="en-US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Objectives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Build an AI resume ranking engine using Sentence-BERT embeddings</a:t>
            </a:r>
          </a:p>
          <a:p/>
          <a:p>
            <a:r>
              <a:t> Implement a hybrid scoring model combining semantic similarity, skill overlap, and years-of-experience matching</a:t>
            </a:r>
          </a:p>
          <a:p/>
          <a:p>
            <a:r>
              <a:t> Extract structured data (name, email, phone, LinkedIn, GitHub, skills, experience) from PDF and DOCX resumes automatically</a:t>
            </a:r>
          </a:p>
          <a:p/>
          <a:p>
            <a:r>
              <a:t> Provide a Recruiter View for batch candidate ranking against a job description</a:t>
            </a:r>
          </a:p>
          <a:p/>
          <a:p>
            <a:r>
              <a:t> Provide a Candidate View to recommend best-fit roles from 25+ job profiles</a:t>
            </a:r>
          </a:p>
          <a:p/>
          <a:p>
            <a:r>
              <a:t> Deliver explainable results: per-candidate skill gap reports &amp; colour-coded recommendations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9B236B-D843-460E-9B08-27A6C6C7AE32}" type="slidenum">
              <a:rPr lang="en-US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Key Features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Resume Parsing – PDF &amp; DOCX via PyMuPDF + python-docx</a:t>
            </a:r>
          </a:p>
          <a:p/>
          <a:p>
            <a:r>
              <a:t> Semantic Similarity Matching – Sentence-BERT (all-MiniLM-L6-v2)</a:t>
            </a:r>
          </a:p>
          <a:p/>
          <a:p>
            <a:r>
              <a:t> Skill Extraction – 200+ technology skills recognised via spaCy</a:t>
            </a:r>
          </a:p>
          <a:p/>
          <a:p>
            <a:r>
              <a:t> Hybrid Scoring System – Weighted formula: 50% semantic, 35% skill, 15% experience</a:t>
            </a:r>
          </a:p>
          <a:p/>
          <a:p>
            <a:r>
              <a:t> Role Recommendation System – 25 curated job profiles across 8 categories</a:t>
            </a:r>
          </a:p>
          <a:p/>
          <a:p>
            <a:r>
              <a:t> Dual-Mode UI – Recruiter batch ranking + Candidate self-assessment</a:t>
            </a:r>
          </a:p>
          <a:p/>
          <a:p>
            <a:r>
              <a:t> Authentication – Role-aware login/signup (Recruiter vs. Job Seeker)</a:t>
            </a:r>
          </a:p>
          <a:p/>
          <a:p>
            <a:r>
              <a:t> Exportable Results – Ranked shortlist with skill gap drill-down per candidate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DE0DCC-54CC-417F-8E5E-3E4F6E53ECD7}" type="slidenum">
              <a:rPr lang="en-US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Technologies Used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</a:t>
            </a:r>
          </a:p>
          <a:p/>
          <a:p>
            <a:r>
              <a:t> Python 3.10, FastAPI, Uvicorn</a:t>
            </a:r>
          </a:p>
          <a:p>
            <a:r>
              <a:t> PyMuPDF (fitz) – PDF text extraction</a:t>
            </a:r>
          </a:p>
          <a:p>
            <a:r>
              <a:t> python-docx – DOCX text extraction</a:t>
            </a:r>
          </a:p>
          <a:p>
            <a:r>
              <a:t> spaCy – NLP entity &amp; skill extraction</a:t>
            </a:r>
          </a:p>
          <a:p/>
          <a:p>
            <a:r>
              <a:t>AI / NLP:</a:t>
            </a:r>
          </a:p>
          <a:p/>
          <a:p>
            <a:r>
              <a:t> Sentence-BERT  all-MiniLM-L6-v2  (sentence-transformers)</a:t>
            </a:r>
          </a:p>
          <a:p>
            <a:r>
              <a:t> Cosine similarity via NumPy / scikit-learn</a:t>
            </a:r>
          </a:p>
          <a:p/>
          <a:p>
            <a:r>
              <a:t>Frontend:</a:t>
            </a:r>
          </a:p>
          <a:p/>
          <a:p>
            <a:r>
              <a:t> React 18 + Vite, Vanilla CSS (LinkedIn-inspired design system)</a:t>
            </a:r>
          </a:p>
          <a:p>
            <a:r>
              <a:t> Inter font, custom score gauge, animated result cards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A9E228-5CF4-42CA-9F4C-53491775298C}" type="slidenum">
              <a:rPr lang="en-US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Algorithms &amp; Concepts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Text Embedding (Sentence-BERT)</a:t>
            </a:r>
          </a:p>
          <a:p/>
          <a:p>
            <a:r>
              <a:t>   Converts resume and job description text into 384-dim dense vectors capturing semantic meaning beyond keyword frequency.</a:t>
            </a:r>
          </a:p>
          <a:p/>
          <a:p>
            <a:r>
              <a:t>2. Cosine Similarity</a:t>
            </a:r>
          </a:p>
          <a:p/>
          <a:p>
            <a:r>
              <a:t>   Measures directional similarity between resume embedding and job description embedding.  Score range: 0 – 100.</a:t>
            </a:r>
          </a:p>
          <a:p/>
          <a:p>
            <a:r>
              <a:t>3. Skill Overlap Score</a:t>
            </a:r>
          </a:p>
          <a:p/>
          <a:p>
            <a:r>
              <a:t>   Jaccard-style intersection of extracted skills vs. required/preferred skill sets defined per role.</a:t>
            </a:r>
          </a:p>
          <a:p/>
          <a:p>
            <a:r>
              <a:t>4. Hybrid Scoring Formula</a:t>
            </a:r>
          </a:p>
          <a:p/>
          <a:p>
            <a:r>
              <a:t>   Total = (Semantic × 0.50) + (Skill × 0.35) + (Experience × 0.15)</a:t>
            </a:r>
          </a:p>
          <a:p/>
          <a:p>
            <a:r>
              <a:t>5. Rule-Based Recommendation Tags</a:t>
            </a:r>
          </a:p>
          <a:p/>
          <a:p>
            <a:r>
              <a:t>   Strong Match (≥75%), Good Match (55–74%), Partial Match (40–54%), Low Match (&lt;40%) — colour-coded green / blue / yellow / red.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E14003-694B-4BDF-99E7-63791028A110}" type="slidenum">
              <a:rPr lang="en-US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System Requirements</a:t>
            </a:r>
            <a:r>
              <a:rPr lang="en-US" dirty="0" err="1">
                <a:solidFill>
                  <a:schemeClr val="tx2">
                    <a:satMod val="130000"/>
                  </a:schemeClr>
                </a:solidFill>
              </a:rPr>
              <a:t>Requiements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Hardware:</a:t>
            </a:r>
          </a:p>
          <a:p/>
          <a:p>
            <a:r>
              <a:t> Minimum 8 GB RAM (16 GB recommended for batch processing)</a:t>
            </a:r>
          </a:p>
          <a:p>
            <a:r>
              <a:t> 2 GB free disk space (models + dependencies)</a:t>
            </a:r>
          </a:p>
          <a:p>
            <a:r>
              <a:t> Modern CPU (GPU optional – models run on CPU)</a:t>
            </a:r>
          </a:p>
          <a:p/>
          <a:p>
            <a:r>
              <a:t>Software:</a:t>
            </a:r>
          </a:p>
          <a:p/>
          <a:p>
            <a:r>
              <a:t> Python 3.10+</a:t>
            </a:r>
          </a:p>
          <a:p>
            <a:r>
              <a:t> Node.js 18+ &amp; npm (frontend dev server)</a:t>
            </a:r>
          </a:p>
          <a:p>
            <a:r>
              <a:t> Modern browser: Chrome, Edge, Firefox</a:t>
            </a:r>
          </a:p>
          <a:p>
            <a:r>
              <a:t> Operating System: Windows 10 / macOS 12 / Ubuntu 20.04+</a:t>
            </a:r>
          </a:p>
          <a:p/>
          <a:p>
            <a:r>
              <a:t>Python Dependencies:</a:t>
            </a:r>
          </a:p>
          <a:p/>
          <a:p>
            <a:r>
              <a:t> fastapi, uvicorn, sentence-transformers, spacy,</a:t>
            </a:r>
          </a:p>
          <a:p>
            <a:r>
              <a:t> PyMuPDF, python-docx, numpy, scikit-learn, pydantic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9FA64B-E05D-487D-A0AE-1EC1FA0F8AE9}" type="slidenum">
              <a:rPr lang="en-US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System Flowchart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7475" indent="0">
              <a:buNone/>
            </a:pPr>
            <a:r>
              <a:t>Recruiter Workflow:</a:t>
            </a:r>
          </a:p>
          <a:p>
            <a:pPr marL="117475" indent="0">
              <a:buNone/>
            </a:pPr>
          </a:p>
          <a:p>
            <a:pPr marL="117475" indent="0">
              <a:buNone/>
            </a:pPr>
            <a:r>
              <a:t> 1.  User logs in → selects Recruiter View</a:t>
            </a:r>
          </a:p>
          <a:p>
            <a:pPr marL="117475" indent="0">
              <a:buNone/>
            </a:pPr>
            <a:r>
              <a:t> 2.  Uploads Job Description (text) + Resume files (PDF/DOCX)</a:t>
            </a:r>
          </a:p>
          <a:p>
            <a:pPr marL="117475" indent="0">
              <a:buNone/>
            </a:pPr>
            <a:r>
              <a:t> 3.  Backend parses each resume → extracts raw text, skills, experience</a:t>
            </a:r>
          </a:p>
          <a:p>
            <a:pPr marL="117475" indent="0">
              <a:buNone/>
            </a:pPr>
            <a:r>
              <a:t> 4.  Sentence-BERT generates 384-dim embeddings for JD &amp; each resume</a:t>
            </a:r>
          </a:p>
          <a:p>
            <a:pPr marL="117475" indent="0">
              <a:buNone/>
            </a:pPr>
            <a:r>
              <a:t> 5.  Cosine similarity computed → semantic score (0–100)</a:t>
            </a:r>
          </a:p>
          <a:p>
            <a:pPr marL="117475" indent="0">
              <a:buNone/>
            </a:pPr>
            <a:r>
              <a:t> 6.  Skill overlap &amp; experience delta computed</a:t>
            </a:r>
          </a:p>
          <a:p>
            <a:pPr marL="117475" indent="0">
              <a:buNone/>
            </a:pPr>
            <a:r>
              <a:t> 7.  Hybrid formula applied → total score per candidate</a:t>
            </a:r>
          </a:p>
          <a:p>
            <a:pPr marL="117475" indent="0">
              <a:buNone/>
            </a:pPr>
            <a:r>
              <a:t> 8.  Results ranked &amp; returned with recommendation tags</a:t>
            </a:r>
          </a:p>
          <a:p>
            <a:pPr marL="117475" indent="0">
              <a:buNone/>
            </a:pPr>
            <a:r>
              <a:t> 9.  Frontend renders ranked cards with skill gap breakdown</a:t>
            </a:r>
          </a:p>
          <a:p>
            <a:pPr marL="117475" indent="0">
              <a:buNone/>
            </a:pPr>
          </a:p>
          <a:p>
            <a:pPr marL="117475" indent="0">
              <a:buNone/>
            </a:pPr>
            <a:r>
              <a:t>Candidate Workflow:</a:t>
            </a:r>
          </a:p>
          <a:p>
            <a:pPr marL="117475" indent="0">
              <a:buNone/>
            </a:pPr>
          </a:p>
          <a:p>
            <a:pPr marL="117475" indent="0">
              <a:buNone/>
            </a:pPr>
            <a:r>
              <a:t> 1.  User logs in → selects Candidate View</a:t>
            </a:r>
          </a:p>
          <a:p>
            <a:pPr marL="117475" indent="0">
              <a:buNone/>
            </a:pPr>
            <a:r>
              <a:t> 2.  Uploads single resume → same parsing &amp; embedding pipeline</a:t>
            </a:r>
          </a:p>
          <a:p>
            <a:pPr marL="117475" indent="0">
              <a:buNone/>
            </a:pPr>
            <a:r>
              <a:t> 3.  Resume scored against all 25 job role profiles</a:t>
            </a:r>
          </a:p>
          <a:p>
            <a:pPr marL="117475" indent="0">
              <a:buNone/>
            </a:pPr>
            <a:r>
              <a:t> 4.  Top 5 matching roles returned with salary range &amp; skill gap report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2FBB2D-B164-4589-9E72-AA90F3FF5095}" type="slidenum">
              <a:rPr lang="en-US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Conclusion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Talentoid successfully demonstrates how Sentence-BERT semantic embeddings can replace brittle keyword ATS systems</a:t>
            </a:r>
          </a:p>
          <a:p/>
          <a:p>
            <a:r>
              <a:t> The hybrid scoring model (50% semantic + 35% skill + 15% experience) produces explainable, fair candidate rankings</a:t>
            </a:r>
          </a:p>
          <a:p/>
          <a:p>
            <a:r>
              <a:t> A dual-mode interface (Recruiter + Candidate) makes the platform practical for both sides of the hiring process</a:t>
            </a:r>
          </a:p>
          <a:p/>
          <a:p>
            <a:r>
              <a:t> 25+ job role profiles, 200+ skills recognised, fully offline – no third-party API keys required</a:t>
            </a:r>
          </a:p>
          <a:p/>
          <a:p>
            <a:r>
              <a:t> Demonstrated end-to-end with 10 sample resumes spanning Software Engineering, Data Science, DevOps, Cybersecurity, Frontend, ML Engineering, and UI/UX roles</a:t>
            </a:r>
          </a:p>
          <a:p/>
          <a:p>
            <a:r>
              <a:t> Built as a hackathon-ready, production-grade web application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0ACB2A-1AEB-4C99-B4C0-C947DA6ACC4E}" type="slidenum">
              <a:rPr lang="en-US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Future Work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Fine-tune Sentence-BERT on domain-specific resume corpora for higher accuracy in technical roles</a:t>
            </a:r>
          </a:p>
          <a:p/>
          <a:p>
            <a:r>
              <a:t> Cloud deployment (AWS / GCP) with Docker + Kubernetes for enterprise-scale batch processing</a:t>
            </a:r>
          </a:p>
          <a:p/>
          <a:p>
            <a:r>
              <a:t> ATS integration – export ranked results to Workday, Greenhouse, Lever</a:t>
            </a:r>
          </a:p>
          <a:p/>
          <a:p>
            <a:r>
              <a:t> Multilingual support (Hindi, Spanish, French) via multilingual BERT</a:t>
            </a:r>
          </a:p>
          <a:p/>
          <a:p>
            <a:r>
              <a:t> Bias detection module to audit scores for demographic fairness</a:t>
            </a:r>
          </a:p>
          <a:p/>
          <a:p>
            <a:r>
              <a:t> Resume feedback assistant powered by LLM (GPT-4 / Gemini) giving personalised improvement tips</a:t>
            </a:r>
          </a:p>
          <a:p/>
          <a:p>
            <a:r>
              <a:t> Mobile app (React Native) for on-the-go candidate screening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FE1FDE-521C-4F4C-A81B-BF483B82FC14}" type="slidenum">
              <a:rPr lang="en-US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AE682-9CDC-FF55-9C07-1A49B8BA5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404530-754A-46B0-8D88-ADF63834FA86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31F41-299E-AA3A-4FEB-3DE17E5F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2D71-6789-E100-C016-DBEE5EAC9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2A515E-3E39-4365-9B98-DF9661207824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73086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Title &amp; Subtitle">
  <a:themeElements>
    <a:clrScheme name="Title &amp; Subtitl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Subtitle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Subtit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Title &amp; Bullets">
  <a:themeElements>
    <a:clrScheme name="Title &amp; Bullet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Bullets">
  <a:themeElements>
    <a:clrScheme name="Bullet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Photo - Horizontal">
  <a:themeElements>
    <a:clrScheme name="Photo - Horizonta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Horizontal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Horizont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_Photo - Horizontal Reflection">
  <a:themeElements>
    <a:clrScheme name="Photo - Horizontal Reflec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Horizontal Reflectio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Horizontal Refle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_Photo - Vertical">
  <a:themeElements>
    <a:clrScheme name="Photo - Vertica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Vertical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Vertic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_Photo - Vertical Reflection">
  <a:themeElements>
    <a:clrScheme name="Photo - Vertical Reflec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Vertical Reflectio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Vertical Refle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_Title - Top">
  <a:themeElements>
    <a:clrScheme name="Title - To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Top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- T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_Title - Center">
  <a:themeElements>
    <a:clrScheme name="Title - Center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Center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- Cent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_Title &amp; Bullets - Left">
  <a:themeElements>
    <a:clrScheme name="Title &amp; Bullets - Lef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Left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- Lef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_Title &amp; Bullets - 2 Column">
  <a:themeElements>
    <a:clrScheme name="Title &amp; Bullets - 2 Colum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2 Colum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- 2 Colum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_Title &amp; Bullets - Right">
  <a:themeElements>
    <a:clrScheme name="Title &amp; Bullets - Righ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Right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- Righ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_Title, Bullets &amp; Photo">
  <a:themeElements>
    <a:clrScheme name="Title, Bullets &amp; Phot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, Bullets &amp; Photo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, Bullets &amp; Phot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8499</TotalTime>
  <Pages>0</Pages>
  <Words>308</Words>
  <Characters>0</Characters>
  <Application>Microsoft Office PowerPoint</Application>
  <PresentationFormat>Custom</PresentationFormat>
  <Lines>0</Lines>
  <Paragraphs>102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15</vt:i4>
      </vt:variant>
      <vt:variant>
        <vt:lpstr>Slide Titles</vt:lpstr>
      </vt:variant>
      <vt:variant>
        <vt:i4>12</vt:i4>
      </vt:variant>
    </vt:vector>
  </HeadingPairs>
  <TitlesOfParts>
    <vt:vector size="34" baseType="lpstr">
      <vt:lpstr>Arial</vt:lpstr>
      <vt:lpstr>Calibri</vt:lpstr>
      <vt:lpstr>Gill Sans</vt:lpstr>
      <vt:lpstr>Gill Sans MT</vt:lpstr>
      <vt:lpstr>Times New Roman</vt:lpstr>
      <vt:lpstr>Verdana</vt:lpstr>
      <vt:lpstr>Wingdings 2</vt:lpstr>
      <vt:lpstr>Title &amp; Subtitle</vt:lpstr>
      <vt:lpstr>1_Title &amp; Bullets</vt:lpstr>
      <vt:lpstr>1_Blank</vt:lpstr>
      <vt:lpstr>1_Bullets</vt:lpstr>
      <vt:lpstr>1_Photo - Horizontal</vt:lpstr>
      <vt:lpstr>1_Photo - Horizontal Reflection</vt:lpstr>
      <vt:lpstr>1_Photo - Vertical</vt:lpstr>
      <vt:lpstr>1_Photo - Vertical Reflection</vt:lpstr>
      <vt:lpstr>1_Title - Top</vt:lpstr>
      <vt:lpstr>1_Title - Center</vt:lpstr>
      <vt:lpstr>1_Title &amp; Bullets - Left</vt:lpstr>
      <vt:lpstr>1_Title &amp; Bullets - 2 Column</vt:lpstr>
      <vt:lpstr>1_Title &amp; Bullets - Right</vt:lpstr>
      <vt:lpstr>1_Title, Bullets &amp; Photo</vt:lpstr>
      <vt:lpstr>Solstice</vt:lpstr>
      <vt:lpstr>PowerPoint Presentation</vt:lpstr>
      <vt:lpstr>Outline</vt:lpstr>
      <vt:lpstr>Introduction</vt:lpstr>
      <vt:lpstr>Importance &amp; Need  </vt:lpstr>
      <vt:lpstr> Core Features </vt:lpstr>
      <vt:lpstr>Technologies Used</vt:lpstr>
      <vt:lpstr>Algorithms &amp; Concepts</vt:lpstr>
      <vt:lpstr>System Requiements</vt:lpstr>
      <vt:lpstr>System Flowchart</vt:lpstr>
      <vt:lpstr>Conclusion</vt:lpstr>
      <vt:lpstr>Future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Nafy</dc:creator>
  <cp:lastModifiedBy>Anuj Yadav</cp:lastModifiedBy>
  <cp:revision>1022</cp:revision>
  <dcterms:modified xsi:type="dcterms:W3CDTF">2026-04-22T20:13:12Z</dcterms:modified>
</cp:coreProperties>
</file>